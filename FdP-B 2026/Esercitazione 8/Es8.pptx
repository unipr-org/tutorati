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65" r:id="rId2"/>
    <p:sldId id="274" r:id="rId3"/>
    <p:sldId id="275" r:id="rId4"/>
    <p:sldId id="276" r:id="rId5"/>
    <p:sldId id="277" r:id="rId6"/>
    <p:sldId id="278" r:id="rId7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5EB8"/>
    <a:srgbClr val="1B69B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4" d="100"/>
          <a:sy n="84" d="100"/>
        </p:scale>
        <p:origin x="629" y="67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ilippo Bianchi" userId="7ab6c9c88ca9f8fa" providerId="LiveId" clId="{A6F63C33-B3C5-434A-BE4D-42238D658A96}"/>
    <pc:docChg chg="undo redo custSel addSld delSld modSld sldOrd">
      <pc:chgData name="Filippo Bianchi" userId="7ab6c9c88ca9f8fa" providerId="LiveId" clId="{A6F63C33-B3C5-434A-BE4D-42238D658A96}" dt="2026-05-05T16:36:48.693" v="10988" actId="20577"/>
      <pc:docMkLst>
        <pc:docMk/>
      </pc:docMkLst>
      <pc:sldChg chg="modSp mod">
        <pc:chgData name="Filippo Bianchi" userId="7ab6c9c88ca9f8fa" providerId="LiveId" clId="{A6F63C33-B3C5-434A-BE4D-42238D658A96}" dt="2026-04-28T14:49:52.181" v="7847" actId="20577"/>
        <pc:sldMkLst>
          <pc:docMk/>
          <pc:sldMk cId="352072517" sldId="265"/>
        </pc:sldMkLst>
        <pc:spChg chg="mod">
          <ac:chgData name="Filippo Bianchi" userId="7ab6c9c88ca9f8fa" providerId="LiveId" clId="{A6F63C33-B3C5-434A-BE4D-42238D658A96}" dt="2026-04-28T14:49:45.668" v="7843" actId="20577"/>
          <ac:spMkLst>
            <pc:docMk/>
            <pc:sldMk cId="352072517" sldId="265"/>
            <ac:spMk id="2" creationId="{AE67D6F4-8D50-FDE2-D5D9-E30C3D721F66}"/>
          </ac:spMkLst>
        </pc:spChg>
        <pc:spChg chg="mod">
          <ac:chgData name="Filippo Bianchi" userId="7ab6c9c88ca9f8fa" providerId="LiveId" clId="{A6F63C33-B3C5-434A-BE4D-42238D658A96}" dt="2026-04-28T14:49:52.181" v="7847" actId="20577"/>
          <ac:spMkLst>
            <pc:docMk/>
            <pc:sldMk cId="352072517" sldId="265"/>
            <ac:spMk id="3" creationId="{1EFAD03A-77BD-417C-815E-BCB510EC07C6}"/>
          </ac:spMkLst>
        </pc:spChg>
      </pc:sldChg>
      <pc:sldChg chg="addSp delSp modSp mod">
        <pc:chgData name="Filippo Bianchi" userId="7ab6c9c88ca9f8fa" providerId="LiveId" clId="{A6F63C33-B3C5-434A-BE4D-42238D658A96}" dt="2026-05-05T16:24:41.246" v="10095" actId="27636"/>
        <pc:sldMkLst>
          <pc:docMk/>
          <pc:sldMk cId="298742107" sldId="274"/>
        </pc:sldMkLst>
        <pc:spChg chg="add mod">
          <ac:chgData name="Filippo Bianchi" userId="7ab6c9c88ca9f8fa" providerId="LiveId" clId="{A6F63C33-B3C5-434A-BE4D-42238D658A96}" dt="2026-05-05T16:24:41.246" v="10095" actId="27636"/>
          <ac:spMkLst>
            <pc:docMk/>
            <pc:sldMk cId="298742107" sldId="274"/>
            <ac:spMk id="6" creationId="{45C0FC04-AE1C-1155-A7C1-B499DB1F25E9}"/>
          </ac:spMkLst>
        </pc:spChg>
        <pc:spChg chg="mod">
          <ac:chgData name="Filippo Bianchi" userId="7ab6c9c88ca9f8fa" providerId="LiveId" clId="{A6F63C33-B3C5-434A-BE4D-42238D658A96}" dt="2026-05-05T16:23:19.039" v="9950" actId="20577"/>
          <ac:spMkLst>
            <pc:docMk/>
            <pc:sldMk cId="298742107" sldId="274"/>
            <ac:spMk id="7" creationId="{FA47230B-4C77-AF0A-3762-13DA73539A5E}"/>
          </ac:spMkLst>
        </pc:spChg>
      </pc:sldChg>
      <pc:sldChg chg="modSp add mod">
        <pc:chgData name="Filippo Bianchi" userId="7ab6c9c88ca9f8fa" providerId="LiveId" clId="{A6F63C33-B3C5-434A-BE4D-42238D658A96}" dt="2026-05-05T16:30:09.917" v="10773" actId="20577"/>
        <pc:sldMkLst>
          <pc:docMk/>
          <pc:sldMk cId="2457146631" sldId="275"/>
        </pc:sldMkLst>
        <pc:spChg chg="mod">
          <ac:chgData name="Filippo Bianchi" userId="7ab6c9c88ca9f8fa" providerId="LiveId" clId="{A6F63C33-B3C5-434A-BE4D-42238D658A96}" dt="2026-05-05T16:30:09.917" v="10773" actId="20577"/>
          <ac:spMkLst>
            <pc:docMk/>
            <pc:sldMk cId="2457146631" sldId="275"/>
            <ac:spMk id="6" creationId="{A28332B7-6A72-EDC9-54B7-B36FF200D35C}"/>
          </ac:spMkLst>
        </pc:spChg>
        <pc:spChg chg="mod">
          <ac:chgData name="Filippo Bianchi" userId="7ab6c9c88ca9f8fa" providerId="LiveId" clId="{A6F63C33-B3C5-434A-BE4D-42238D658A96}" dt="2026-05-05T16:24:59.036" v="10124" actId="20577"/>
          <ac:spMkLst>
            <pc:docMk/>
            <pc:sldMk cId="2457146631" sldId="275"/>
            <ac:spMk id="7" creationId="{9BB70CE6-545A-1940-0870-B245BC20F657}"/>
          </ac:spMkLst>
        </pc:spChg>
        <pc:spChg chg="mod">
          <ac:chgData name="Filippo Bianchi" userId="7ab6c9c88ca9f8fa" providerId="LiveId" clId="{A6F63C33-B3C5-434A-BE4D-42238D658A96}" dt="2026-05-05T16:24:48.717" v="10098" actId="20577"/>
          <ac:spMkLst>
            <pc:docMk/>
            <pc:sldMk cId="2457146631" sldId="275"/>
            <ac:spMk id="9" creationId="{A010A8A6-70A6-0ED7-9EB6-F1E6733F4F9E}"/>
          </ac:spMkLst>
        </pc:spChg>
      </pc:sldChg>
      <pc:sldChg chg="modSp add del mod">
        <pc:chgData name="Filippo Bianchi" userId="7ab6c9c88ca9f8fa" providerId="LiveId" clId="{A6F63C33-B3C5-434A-BE4D-42238D658A96}" dt="2026-05-05T16:23:11.262" v="9943" actId="2696"/>
        <pc:sldMkLst>
          <pc:docMk/>
          <pc:sldMk cId="3395807282" sldId="275"/>
        </pc:sldMkLst>
      </pc:sldChg>
      <pc:sldChg chg="modSp add del mod">
        <pc:chgData name="Filippo Bianchi" userId="7ab6c9c88ca9f8fa" providerId="LiveId" clId="{A6F63C33-B3C5-434A-BE4D-42238D658A96}" dt="2026-05-05T16:23:11.262" v="9943" actId="2696"/>
        <pc:sldMkLst>
          <pc:docMk/>
          <pc:sldMk cId="1641412606" sldId="276"/>
        </pc:sldMkLst>
      </pc:sldChg>
      <pc:sldChg chg="modSp add mod">
        <pc:chgData name="Filippo Bianchi" userId="7ab6c9c88ca9f8fa" providerId="LiveId" clId="{A6F63C33-B3C5-434A-BE4D-42238D658A96}" dt="2026-05-05T16:33:51.969" v="10836" actId="20577"/>
        <pc:sldMkLst>
          <pc:docMk/>
          <pc:sldMk cId="1763530209" sldId="276"/>
        </pc:sldMkLst>
        <pc:spChg chg="mod">
          <ac:chgData name="Filippo Bianchi" userId="7ab6c9c88ca9f8fa" providerId="LiveId" clId="{A6F63C33-B3C5-434A-BE4D-42238D658A96}" dt="2026-05-05T16:31:21.330" v="10776" actId="20577"/>
          <ac:spMkLst>
            <pc:docMk/>
            <pc:sldMk cId="1763530209" sldId="276"/>
            <ac:spMk id="6" creationId="{A6977D09-35CE-5DAA-2F07-590ADD111FD4}"/>
          </ac:spMkLst>
        </pc:spChg>
        <pc:spChg chg="mod">
          <ac:chgData name="Filippo Bianchi" userId="7ab6c9c88ca9f8fa" providerId="LiveId" clId="{A6F63C33-B3C5-434A-BE4D-42238D658A96}" dt="2026-05-05T16:28:13.758" v="10657" actId="20577"/>
          <ac:spMkLst>
            <pc:docMk/>
            <pc:sldMk cId="1763530209" sldId="276"/>
            <ac:spMk id="7" creationId="{C191B5B1-29CB-EC42-4C82-D8129BBBBE9E}"/>
          </ac:spMkLst>
        </pc:spChg>
        <pc:spChg chg="mod">
          <ac:chgData name="Filippo Bianchi" userId="7ab6c9c88ca9f8fa" providerId="LiveId" clId="{A6F63C33-B3C5-434A-BE4D-42238D658A96}" dt="2026-05-05T16:33:51.969" v="10836" actId="20577"/>
          <ac:spMkLst>
            <pc:docMk/>
            <pc:sldMk cId="1763530209" sldId="276"/>
            <ac:spMk id="9" creationId="{21108FF2-5FAE-8912-E1D1-EA6C16889C34}"/>
          </ac:spMkLst>
        </pc:spChg>
      </pc:sldChg>
      <pc:sldChg chg="modSp add mod">
        <pc:chgData name="Filippo Bianchi" userId="7ab6c9c88ca9f8fa" providerId="LiveId" clId="{A6F63C33-B3C5-434A-BE4D-42238D658A96}" dt="2026-05-05T16:35:18.150" v="10862" actId="20577"/>
        <pc:sldMkLst>
          <pc:docMk/>
          <pc:sldMk cId="1280531235" sldId="277"/>
        </pc:sldMkLst>
        <pc:spChg chg="mod">
          <ac:chgData name="Filippo Bianchi" userId="7ab6c9c88ca9f8fa" providerId="LiveId" clId="{A6F63C33-B3C5-434A-BE4D-42238D658A96}" dt="2026-05-05T16:35:18.150" v="10862" actId="20577"/>
          <ac:spMkLst>
            <pc:docMk/>
            <pc:sldMk cId="1280531235" sldId="277"/>
            <ac:spMk id="6" creationId="{51F1AA50-DBF2-7308-C7E0-DE661A26F8F6}"/>
          </ac:spMkLst>
        </pc:spChg>
        <pc:spChg chg="mod">
          <ac:chgData name="Filippo Bianchi" userId="7ab6c9c88ca9f8fa" providerId="LiveId" clId="{A6F63C33-B3C5-434A-BE4D-42238D658A96}" dt="2026-05-05T16:35:13.589" v="10853" actId="20577"/>
          <ac:spMkLst>
            <pc:docMk/>
            <pc:sldMk cId="1280531235" sldId="277"/>
            <ac:spMk id="7" creationId="{EC9E1BBE-906A-576C-45A8-B198A0A5EC72}"/>
          </ac:spMkLst>
        </pc:spChg>
        <pc:spChg chg="mod">
          <ac:chgData name="Filippo Bianchi" userId="7ab6c9c88ca9f8fa" providerId="LiveId" clId="{A6F63C33-B3C5-434A-BE4D-42238D658A96}" dt="2026-05-05T16:33:56.125" v="10838" actId="20577"/>
          <ac:spMkLst>
            <pc:docMk/>
            <pc:sldMk cId="1280531235" sldId="277"/>
            <ac:spMk id="9" creationId="{435C3855-3C69-9AEB-5EA3-75724FC512B6}"/>
          </ac:spMkLst>
        </pc:spChg>
      </pc:sldChg>
      <pc:sldChg chg="modSp add del mod">
        <pc:chgData name="Filippo Bianchi" userId="7ab6c9c88ca9f8fa" providerId="LiveId" clId="{A6F63C33-B3C5-434A-BE4D-42238D658A96}" dt="2026-05-05T16:23:11.262" v="9943" actId="2696"/>
        <pc:sldMkLst>
          <pc:docMk/>
          <pc:sldMk cId="3986200135" sldId="277"/>
        </pc:sldMkLst>
      </pc:sldChg>
      <pc:sldChg chg="modSp add mod">
        <pc:chgData name="Filippo Bianchi" userId="7ab6c9c88ca9f8fa" providerId="LiveId" clId="{A6F63C33-B3C5-434A-BE4D-42238D658A96}" dt="2026-05-05T16:36:48.693" v="10988" actId="20577"/>
        <pc:sldMkLst>
          <pc:docMk/>
          <pc:sldMk cId="298291907" sldId="278"/>
        </pc:sldMkLst>
        <pc:spChg chg="mod">
          <ac:chgData name="Filippo Bianchi" userId="7ab6c9c88ca9f8fa" providerId="LiveId" clId="{A6F63C33-B3C5-434A-BE4D-42238D658A96}" dt="2026-05-05T16:36:48.693" v="10988" actId="20577"/>
          <ac:spMkLst>
            <pc:docMk/>
            <pc:sldMk cId="298291907" sldId="278"/>
            <ac:spMk id="6" creationId="{868F3A53-91EA-565E-A181-4451E51FF30A}"/>
          </ac:spMkLst>
        </pc:spChg>
        <pc:spChg chg="mod">
          <ac:chgData name="Filippo Bianchi" userId="7ab6c9c88ca9f8fa" providerId="LiveId" clId="{A6F63C33-B3C5-434A-BE4D-42238D658A96}" dt="2026-05-05T16:35:28.682" v="10871" actId="20577"/>
          <ac:spMkLst>
            <pc:docMk/>
            <pc:sldMk cId="298291907" sldId="278"/>
            <ac:spMk id="7" creationId="{433475F2-AA87-A480-E7F2-C892CB727755}"/>
          </ac:spMkLst>
        </pc:spChg>
        <pc:spChg chg="mod">
          <ac:chgData name="Filippo Bianchi" userId="7ab6c9c88ca9f8fa" providerId="LiveId" clId="{A6F63C33-B3C5-434A-BE4D-42238D658A96}" dt="2026-05-05T16:35:25.489" v="10865" actId="20577"/>
          <ac:spMkLst>
            <pc:docMk/>
            <pc:sldMk cId="298291907" sldId="278"/>
            <ac:spMk id="9" creationId="{DEC7338B-4867-BE91-4701-50D0D37AE16F}"/>
          </ac:spMkLst>
        </pc:spChg>
      </pc:sldChg>
      <pc:sldChg chg="modSp add del mod">
        <pc:chgData name="Filippo Bianchi" userId="7ab6c9c88ca9f8fa" providerId="LiveId" clId="{A6F63C33-B3C5-434A-BE4D-42238D658A96}" dt="2026-05-05T16:23:11.262" v="9943" actId="2696"/>
        <pc:sldMkLst>
          <pc:docMk/>
          <pc:sldMk cId="2194580149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87FD94-0997-4C93-A6CE-A4FCB29B8830}" type="datetimeFigureOut">
              <a:rPr lang="it-IT" smtClean="0"/>
              <a:t>05/05/2026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3FDCBA-3389-4351-A9E9-990B8316E6E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310624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BCBF432-8D0D-4BC5-D67F-9031ADC09F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A274B63D-B88D-2076-0EB1-BA24A39C71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6DF0C64-DA8E-D9A8-8FFA-F701321AA6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53689-04E0-4C33-BFEA-E58E3C916FA8}" type="datetime1">
              <a:rPr lang="it-IT" smtClean="0"/>
              <a:t>05/05/2026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485D70F-FA08-9D4E-F1CD-095ECE2E9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77E4602-F9C2-80C3-F003-8C2603C5C9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BBA08-9429-4EA8-9637-B9613057FD7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371310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3DC3857-1D73-DFD3-C670-941F63079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DB294B1-26B1-6E6E-EF11-DC647C3198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B7149A5-DAA9-0DE6-F318-8B74FED3CB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80A62-FF50-42B4-ABD4-66BDF0377124}" type="datetime1">
              <a:rPr lang="it-IT" smtClean="0"/>
              <a:t>05/05/2026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9F597EB-3247-DDCA-5AE7-5E900D5B0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4FAD33D-2C81-FCFB-FB94-98F32B9AD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BBA08-9429-4EA8-9637-B9613057FD7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88024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972BD82-AACC-6F61-0F56-23FEB7CE5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BBBBB079-8175-29D8-A8D7-0D20444D35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999134F-359E-4A96-F452-61C03E53F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4BA82-4808-4936-8CB6-EF20EA68B75D}" type="datetime1">
              <a:rPr lang="it-IT" smtClean="0"/>
              <a:t>05/05/2026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3A5CEAB-79BE-6613-6600-76DF97A4D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E269BA5-69DF-F0AF-21BE-F6A851D462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BBA08-9429-4EA8-9637-B9613057FD7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512732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6FAAF04-ADC5-4BAF-9CD6-6C9C6FE3C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7A0826F-70F3-B129-753C-CA9B8C8E95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1563C0F3-35B4-5842-911F-A0C56BA10B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AF73CFE9-DCB4-0820-B2A1-8D079EDE0D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077773-62F9-4EA2-B9DB-D166AA387877}" type="datetime1">
              <a:rPr lang="it-IT" smtClean="0"/>
              <a:t>05/05/2026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9DF24CAC-CEC0-803B-2507-88458A31C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373B1132-7B72-BC44-08F0-994303883B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BBA08-9429-4EA8-9637-B9613057FD7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702051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81D3D79-0350-5A0C-E53F-875030D90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7746A6E-CAA0-B4DC-1BFD-2D1DD4D1E7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68028BF-DFDB-A2A3-91BC-A74ECE83C4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B20DE10E-A394-839A-BF99-DE7F5AAA896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88BEEF79-02F9-BCF5-B2DD-41FB93DF175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EE358408-8CF3-F071-8F82-DAEA6DC77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202F-617E-4E96-8B77-B1CAF6769140}" type="datetime1">
              <a:rPr lang="it-IT" smtClean="0"/>
              <a:t>05/05/2026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E72D4300-0AAB-1C1E-9867-907DED4910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1E2F267D-5FCE-5B6D-CFA2-C7768D067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BBA08-9429-4EA8-9637-B9613057FD7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496796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5DF20A4-8F0D-24A0-5E4C-E9086DC17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B92559F-BA0A-6B54-A51B-EE378E88D4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8FFC50-70EB-4FBA-B8C6-7E8EB646E9C4}" type="datetime1">
              <a:rPr lang="it-IT" smtClean="0"/>
              <a:t>05/05/2026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2AFAFD83-5F2F-09E6-5B6C-10BD6B2E9B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A4E7B290-6556-72EC-51E0-C2F9A37EB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BBA08-9429-4EA8-9637-B9613057FD7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299340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A0A34A4A-EE4C-14A2-54F0-6688F8AFB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771AD-94E2-4929-BF21-F8B592FAD9D9}" type="datetime1">
              <a:rPr lang="it-IT" smtClean="0"/>
              <a:t>05/05/2026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2A618F2B-2F01-5C15-5256-7DE54B9E5C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059B575-594E-D512-3774-58631D0F7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BBA08-9429-4EA8-9637-B9613057FD7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728526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D9C4AC0-A73B-9510-F4B6-AE6C748109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854E692-69E6-FD34-B594-270A38E432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75DFD80A-C361-D24F-82CA-92D3FC8F9C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490350F5-717C-6730-A098-4E2D58ABC7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2E6745-80CD-4BCD-A988-4DD72207293A}" type="datetime1">
              <a:rPr lang="it-IT" smtClean="0"/>
              <a:t>05/05/2026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C64A0A57-7FFF-B4C2-AB06-4A76E3B0C6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38CCFF64-E772-0C6A-E32D-4542147AF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BBA08-9429-4EA8-9637-B9613057FD7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993683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EC49A63-F0A0-83CC-7E68-A3BD50D0D3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9A329495-8897-2136-E3BC-5DF0FB1746B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E093318C-1661-8150-5F13-EC47F6654B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A44E751B-0198-6F56-7DD0-5940EEDFA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F64A-0508-4C12-BEEE-45E8F03CD325}" type="datetime1">
              <a:rPr lang="it-IT" smtClean="0"/>
              <a:t>05/05/2026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2B44081C-5FE8-2D5C-875E-E206186EB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9BC94AE9-6CFA-FB25-6958-AF70B038E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BBA08-9429-4EA8-9637-B9613057FD7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687477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813708E-F041-79F0-6D9A-BB5C37981A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D368F925-1F2C-8F91-625C-D3ECBF0116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A222615-A4D5-3EF8-EE1A-D5158166A4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E1921-5445-4359-8CB1-FB6456A8095F}" type="datetime1">
              <a:rPr lang="it-IT" smtClean="0"/>
              <a:t>05/05/2026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1817F5F-E811-ADC0-92E4-4C0A3B093B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20043E5-CB57-3315-9CCE-DB45BE217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BBA08-9429-4EA8-9637-B9613057FD7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298583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135B12BF-0003-9E4A-2DB0-60EBE588179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13AD14D7-7711-EDD6-C498-0E6213854D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48CA15C-C933-5953-0DDD-FD27193B23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BE373F-D2F5-45D1-81D5-E3F87BBD24F1}" type="datetime1">
              <a:rPr lang="it-IT" smtClean="0"/>
              <a:t>05/05/2026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461603F-A252-B9FF-5018-2538081D7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C66B1B7-2C3C-4A43-A950-A99DF6B13F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BBA08-9429-4EA8-9637-B9613057FD7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431186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2808FE39-472C-923A-04F7-FF532131E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B315D358-2E47-591A-B319-7B5A5EE781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EA33465-3C45-2520-FE5F-DA7FEF6B980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927F83-19ED-45B1-8786-F31B2BFCCE8E}" type="datetime1">
              <a:rPr lang="it-IT" smtClean="0"/>
              <a:t>05/05/2026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B834576-1CB6-C27E-C7FF-0CC8A01EE6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855CE6F-73DC-7700-6557-388B44ADA4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7BBA08-9429-4EA8-9637-B9613057FD7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65873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E67D6F4-8D50-FDE2-D5D9-E30C3D721F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66403" y="3835431"/>
            <a:ext cx="8659183" cy="717699"/>
          </a:xfrm>
        </p:spPr>
        <p:txBody>
          <a:bodyPr>
            <a:normAutofit/>
          </a:bodyPr>
          <a:lstStyle/>
          <a:p>
            <a:r>
              <a:rPr lang="it-IT" sz="4000" b="1" noProof="0" dirty="0">
                <a:solidFill>
                  <a:srgbClr val="005E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Esercitazione 7</a:t>
            </a:r>
          </a:p>
        </p:txBody>
      </p:sp>
      <p:pic>
        <p:nvPicPr>
          <p:cNvPr id="7" name="Immagine 6" descr="Immagine che contiene testo, Carattere, Elementi grafici, logo&#10;&#10;Descrizione generata automaticamente">
            <a:extLst>
              <a:ext uri="{FF2B5EF4-FFF2-40B4-BE49-F238E27FC236}">
                <a16:creationId xmlns:a16="http://schemas.microsoft.com/office/drawing/2014/main" id="{D500C345-7681-8B88-2B1B-ED478614A1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1288" y="165684"/>
            <a:ext cx="2549424" cy="2308972"/>
          </a:xfrm>
          <a:prstGeom prst="rect">
            <a:avLst/>
          </a:prstGeom>
        </p:spPr>
      </p:pic>
      <p:sp>
        <p:nvSpPr>
          <p:cNvPr id="8" name="CasellaDiTesto 7">
            <a:extLst>
              <a:ext uri="{FF2B5EF4-FFF2-40B4-BE49-F238E27FC236}">
                <a16:creationId xmlns:a16="http://schemas.microsoft.com/office/drawing/2014/main" id="{3098A740-1111-5389-D9B0-13CDAFA90FE5}"/>
              </a:ext>
            </a:extLst>
          </p:cNvPr>
          <p:cNvSpPr txBox="1"/>
          <p:nvPr/>
        </p:nvSpPr>
        <p:spPr>
          <a:xfrm>
            <a:off x="601418" y="5804953"/>
            <a:ext cx="29104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noProof="0" dirty="0">
                <a:latin typeface="Cambria" panose="02040503050406030204" pitchFamily="18" charset="0"/>
                <a:ea typeface="Cambria" panose="02040503050406030204" pitchFamily="18" charset="0"/>
              </a:rPr>
              <a:t>Filippo Bianchi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EA5603A3-FC54-AFB5-A9F2-F648FCE8B759}"/>
              </a:ext>
            </a:extLst>
          </p:cNvPr>
          <p:cNvSpPr txBox="1"/>
          <p:nvPr/>
        </p:nvSpPr>
        <p:spPr>
          <a:xfrm>
            <a:off x="2734245" y="2677645"/>
            <a:ext cx="6723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noProof="0" dirty="0">
                <a:solidFill>
                  <a:srgbClr val="005E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Dipartimento di Scienze Matematiche, Fisiche ed </a:t>
            </a:r>
            <a:r>
              <a:rPr lang="it-IT" b="1" noProof="0" dirty="0">
                <a:solidFill>
                  <a:srgbClr val="1B69B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Informatiche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4B31FC37-8140-33C8-F465-A55BF522B36D}"/>
              </a:ext>
            </a:extLst>
          </p:cNvPr>
          <p:cNvSpPr txBox="1"/>
          <p:nvPr/>
        </p:nvSpPr>
        <p:spPr>
          <a:xfrm>
            <a:off x="3677047" y="5804953"/>
            <a:ext cx="48378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noProof="0" dirty="0">
                <a:latin typeface="Cambria" panose="02040503050406030204" pitchFamily="18" charset="0"/>
                <a:ea typeface="Cambria" panose="02040503050406030204" pitchFamily="18" charset="0"/>
              </a:rPr>
              <a:t>Tutorato Fondamenti di Programmazione B</a:t>
            </a: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DC764BFC-E931-6C90-DE91-09A933180263}"/>
              </a:ext>
            </a:extLst>
          </p:cNvPr>
          <p:cNvSpPr/>
          <p:nvPr/>
        </p:nvSpPr>
        <p:spPr>
          <a:xfrm>
            <a:off x="0" y="6413074"/>
            <a:ext cx="12192000" cy="444926"/>
          </a:xfrm>
          <a:prstGeom prst="rect">
            <a:avLst/>
          </a:prstGeom>
          <a:solidFill>
            <a:srgbClr val="1B69B0"/>
          </a:solidFill>
          <a:ln>
            <a:solidFill>
              <a:srgbClr val="1B69B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1EFAD03A-77BD-417C-815E-BCB510EC07C6}"/>
              </a:ext>
            </a:extLst>
          </p:cNvPr>
          <p:cNvSpPr txBox="1"/>
          <p:nvPr/>
        </p:nvSpPr>
        <p:spPr>
          <a:xfrm>
            <a:off x="10030782" y="5809501"/>
            <a:ext cx="1559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u="sng" dirty="0">
                <a:latin typeface="Cambria" panose="02040503050406030204" pitchFamily="18" charset="0"/>
                <a:ea typeface="Cambria" panose="02040503050406030204" pitchFamily="18" charset="0"/>
              </a:rPr>
              <a:t>29</a:t>
            </a:r>
            <a:r>
              <a:rPr lang="it-IT" b="1" u="sng" noProof="0" dirty="0">
                <a:latin typeface="Cambria" panose="02040503050406030204" pitchFamily="18" charset="0"/>
                <a:ea typeface="Cambria" panose="02040503050406030204" pitchFamily="18" charset="0"/>
              </a:rPr>
              <a:t>/04/2026</a:t>
            </a:r>
          </a:p>
        </p:txBody>
      </p:sp>
    </p:spTree>
    <p:extLst>
      <p:ext uri="{BB962C8B-B14F-4D97-AF65-F5344CB8AC3E}">
        <p14:creationId xmlns:p14="http://schemas.microsoft.com/office/powerpoint/2010/main" val="3520725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AD6CACD-8562-2097-A10C-8F47BF142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BBA08-9429-4EA8-9637-B9613057FD71}" type="slidenum">
              <a:rPr lang="it-IT" noProof="0" smtClean="0"/>
              <a:t>2</a:t>
            </a:fld>
            <a:endParaRPr lang="it-IT" noProof="0" dirty="0"/>
          </a:p>
        </p:txBody>
      </p:sp>
      <p:sp>
        <p:nvSpPr>
          <p:cNvPr id="7" name="Titolo 1">
            <a:extLst>
              <a:ext uri="{FF2B5EF4-FFF2-40B4-BE49-F238E27FC236}">
                <a16:creationId xmlns:a16="http://schemas.microsoft.com/office/drawing/2014/main" id="{FA47230B-4C77-AF0A-3762-13DA73539A5E}"/>
              </a:ext>
            </a:extLst>
          </p:cNvPr>
          <p:cNvSpPr txBox="1">
            <a:spLocks/>
          </p:cNvSpPr>
          <p:nvPr/>
        </p:nvSpPr>
        <p:spPr>
          <a:xfrm>
            <a:off x="838200" y="223976"/>
            <a:ext cx="10515600" cy="7763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it-IT" b="1" noProof="0" dirty="0" err="1">
                <a:latin typeface="Cambria" panose="02040503050406030204" pitchFamily="18" charset="0"/>
                <a:ea typeface="Cambria" panose="02040503050406030204" pitchFamily="18" charset="0"/>
              </a:rPr>
              <a:t>Ereditariertà</a:t>
            </a:r>
            <a:r>
              <a:rPr lang="it-IT" b="1" noProof="0" dirty="0">
                <a:latin typeface="Cambria" panose="02040503050406030204" pitchFamily="18" charset="0"/>
                <a:ea typeface="Cambria" panose="02040503050406030204" pitchFamily="18" charset="0"/>
              </a:rPr>
              <a:t> (</a:t>
            </a:r>
            <a:r>
              <a:rPr lang="it-IT" b="1" dirty="0">
                <a:latin typeface="Cambria" panose="02040503050406030204" pitchFamily="18" charset="0"/>
                <a:ea typeface="Cambria" panose="02040503050406030204" pitchFamily="18" charset="0"/>
              </a:rPr>
              <a:t>Java</a:t>
            </a:r>
            <a:r>
              <a:rPr lang="it-IT" b="1" noProof="0" dirty="0">
                <a:latin typeface="Cambria" panose="02040503050406030204" pitchFamily="18" charset="0"/>
                <a:ea typeface="Cambria" panose="02040503050406030204" pitchFamily="18" charset="0"/>
              </a:rPr>
              <a:t>)</a:t>
            </a:r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28FA9913-C692-90FB-D410-386E136593B5}"/>
              </a:ext>
            </a:extLst>
          </p:cNvPr>
          <p:cNvSpPr/>
          <p:nvPr/>
        </p:nvSpPr>
        <p:spPr>
          <a:xfrm>
            <a:off x="0" y="6413074"/>
            <a:ext cx="12192000" cy="444926"/>
          </a:xfrm>
          <a:prstGeom prst="rect">
            <a:avLst/>
          </a:prstGeom>
          <a:solidFill>
            <a:srgbClr val="1B69B0"/>
          </a:solidFill>
          <a:ln>
            <a:solidFill>
              <a:srgbClr val="1B69B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9" name="Segnaposto numero diapositiva 9">
            <a:extLst>
              <a:ext uri="{FF2B5EF4-FFF2-40B4-BE49-F238E27FC236}">
                <a16:creationId xmlns:a16="http://schemas.microsoft.com/office/drawing/2014/main" id="{D976A358-75A4-F888-28AB-D141D43350F9}"/>
              </a:ext>
            </a:extLst>
          </p:cNvPr>
          <p:cNvSpPr txBox="1">
            <a:spLocks/>
          </p:cNvSpPr>
          <p:nvPr/>
        </p:nvSpPr>
        <p:spPr>
          <a:xfrm>
            <a:off x="5930303" y="6451461"/>
            <a:ext cx="33139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it-IT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it-IT" sz="1800" b="1" noProof="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</a:t>
            </a:r>
          </a:p>
        </p:txBody>
      </p:sp>
      <p:sp>
        <p:nvSpPr>
          <p:cNvPr id="6" name="Segnaposto contenuto 2">
            <a:extLst>
              <a:ext uri="{FF2B5EF4-FFF2-40B4-BE49-F238E27FC236}">
                <a16:creationId xmlns:a16="http://schemas.microsoft.com/office/drawing/2014/main" id="{45C0FC04-AE1C-1155-A7C1-B499DB1F25E9}"/>
              </a:ext>
            </a:extLst>
          </p:cNvPr>
          <p:cNvSpPr txBox="1">
            <a:spLocks/>
          </p:cNvSpPr>
          <p:nvPr/>
        </p:nvSpPr>
        <p:spPr>
          <a:xfrm>
            <a:off x="838200" y="1515818"/>
            <a:ext cx="10515600" cy="45597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it-IT" dirty="0">
                <a:latin typeface="Cambria" panose="02040503050406030204" pitchFamily="18" charset="0"/>
                <a:ea typeface="Cambria" panose="02040503050406030204" pitchFamily="18" charset="0"/>
              </a:rPr>
              <a:t>Implementare le seguenti classi in Java, facendo attenzione a impostare correttamente la visibilità di attributi e metodi:</a:t>
            </a:r>
          </a:p>
          <a:p>
            <a:endParaRPr lang="it-IT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it-IT" dirty="0">
                <a:latin typeface="Cambria" panose="02040503050406030204" pitchFamily="18" charset="0"/>
                <a:ea typeface="Cambria" panose="02040503050406030204" pitchFamily="18" charset="0"/>
              </a:rPr>
              <a:t>Pubblicazione</a:t>
            </a:r>
          </a:p>
          <a:p>
            <a:r>
              <a:rPr lang="it-IT" dirty="0">
                <a:latin typeface="Cambria" panose="02040503050406030204" pitchFamily="18" charset="0"/>
                <a:ea typeface="Cambria" panose="02040503050406030204" pitchFamily="18" charset="0"/>
              </a:rPr>
              <a:t>Libro</a:t>
            </a:r>
          </a:p>
          <a:p>
            <a:r>
              <a:rPr lang="it-IT" dirty="0">
                <a:latin typeface="Cambria" panose="02040503050406030204" pitchFamily="18" charset="0"/>
                <a:ea typeface="Cambria" panose="02040503050406030204" pitchFamily="18" charset="0"/>
              </a:rPr>
              <a:t>Rivista</a:t>
            </a:r>
          </a:p>
          <a:p>
            <a:r>
              <a:rPr lang="it-IT" dirty="0">
                <a:latin typeface="Cambria" panose="02040503050406030204" pitchFamily="18" charset="0"/>
                <a:ea typeface="Cambria" panose="02040503050406030204" pitchFamily="18" charset="0"/>
              </a:rPr>
              <a:t>Utente</a:t>
            </a:r>
          </a:p>
          <a:p>
            <a:r>
              <a:rPr lang="it-IT" dirty="0">
                <a:latin typeface="Cambria" panose="02040503050406030204" pitchFamily="18" charset="0"/>
                <a:ea typeface="Cambria" panose="02040503050406030204" pitchFamily="18" charset="0"/>
              </a:rPr>
              <a:t>Prestito</a:t>
            </a:r>
          </a:p>
          <a:p>
            <a:r>
              <a:rPr lang="it-IT" dirty="0">
                <a:latin typeface="Cambria" panose="02040503050406030204" pitchFamily="18" charset="0"/>
                <a:ea typeface="Cambria" panose="02040503050406030204" pitchFamily="18" charset="0"/>
              </a:rPr>
              <a:t>Biblioteca</a:t>
            </a:r>
          </a:p>
        </p:txBody>
      </p:sp>
    </p:spTree>
    <p:extLst>
      <p:ext uri="{BB962C8B-B14F-4D97-AF65-F5344CB8AC3E}">
        <p14:creationId xmlns:p14="http://schemas.microsoft.com/office/powerpoint/2010/main" val="2987421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023E5F-A709-0E98-5647-3A26284B3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76478AA-8BC1-0252-24EA-812FBDB70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BBA08-9429-4EA8-9637-B9613057FD71}" type="slidenum">
              <a:rPr lang="it-IT" noProof="0" smtClean="0"/>
              <a:t>3</a:t>
            </a:fld>
            <a:endParaRPr lang="it-IT" noProof="0" dirty="0"/>
          </a:p>
        </p:txBody>
      </p:sp>
      <p:sp>
        <p:nvSpPr>
          <p:cNvPr id="7" name="Titolo 1">
            <a:extLst>
              <a:ext uri="{FF2B5EF4-FFF2-40B4-BE49-F238E27FC236}">
                <a16:creationId xmlns:a16="http://schemas.microsoft.com/office/drawing/2014/main" id="{9BB70CE6-545A-1940-0870-B245BC20F657}"/>
              </a:ext>
            </a:extLst>
          </p:cNvPr>
          <p:cNvSpPr txBox="1">
            <a:spLocks/>
          </p:cNvSpPr>
          <p:nvPr/>
        </p:nvSpPr>
        <p:spPr>
          <a:xfrm>
            <a:off x="838200" y="223976"/>
            <a:ext cx="10515600" cy="7763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it-IT" b="1" noProof="0" dirty="0">
                <a:latin typeface="Cambria" panose="02040503050406030204" pitchFamily="18" charset="0"/>
                <a:ea typeface="Cambria" panose="02040503050406030204" pitchFamily="18" charset="0"/>
              </a:rPr>
              <a:t>Classe Pubblicazione </a:t>
            </a:r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8C019A0D-2156-85FF-34F1-87BC92BE273D}"/>
              </a:ext>
            </a:extLst>
          </p:cNvPr>
          <p:cNvSpPr/>
          <p:nvPr/>
        </p:nvSpPr>
        <p:spPr>
          <a:xfrm>
            <a:off x="0" y="6413074"/>
            <a:ext cx="12192000" cy="444926"/>
          </a:xfrm>
          <a:prstGeom prst="rect">
            <a:avLst/>
          </a:prstGeom>
          <a:solidFill>
            <a:srgbClr val="1B69B0"/>
          </a:solidFill>
          <a:ln>
            <a:solidFill>
              <a:srgbClr val="1B69B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9" name="Segnaposto numero diapositiva 9">
            <a:extLst>
              <a:ext uri="{FF2B5EF4-FFF2-40B4-BE49-F238E27FC236}">
                <a16:creationId xmlns:a16="http://schemas.microsoft.com/office/drawing/2014/main" id="{A010A8A6-70A6-0ED7-9EB6-F1E6733F4F9E}"/>
              </a:ext>
            </a:extLst>
          </p:cNvPr>
          <p:cNvSpPr txBox="1">
            <a:spLocks/>
          </p:cNvSpPr>
          <p:nvPr/>
        </p:nvSpPr>
        <p:spPr>
          <a:xfrm>
            <a:off x="5930303" y="6451461"/>
            <a:ext cx="33139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it-IT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it-IT" sz="1800" b="1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3</a:t>
            </a:r>
            <a:endParaRPr lang="it-IT" sz="1800" b="1" noProof="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" name="Segnaposto contenuto 2">
            <a:extLst>
              <a:ext uri="{FF2B5EF4-FFF2-40B4-BE49-F238E27FC236}">
                <a16:creationId xmlns:a16="http://schemas.microsoft.com/office/drawing/2014/main" id="{A28332B7-6A72-EDC9-54B7-B36FF200D35C}"/>
              </a:ext>
            </a:extLst>
          </p:cNvPr>
          <p:cNvSpPr txBox="1">
            <a:spLocks/>
          </p:cNvSpPr>
          <p:nvPr/>
        </p:nvSpPr>
        <p:spPr>
          <a:xfrm>
            <a:off x="838200" y="1515818"/>
            <a:ext cx="10515600" cy="45597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it-IT" dirty="0">
                <a:latin typeface="Cambria" panose="02040503050406030204" pitchFamily="18" charset="0"/>
                <a:ea typeface="Cambria" panose="02040503050406030204" pitchFamily="18" charset="0"/>
              </a:rPr>
              <a:t>La classe Pubblicazione deve avere:</a:t>
            </a:r>
          </a:p>
          <a:p>
            <a:pPr marL="0" indent="0">
              <a:buNone/>
            </a:pPr>
            <a:endParaRPr lang="it-IT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it-IT" dirty="0">
                <a:latin typeface="Cambria" panose="02040503050406030204" pitchFamily="18" charset="0"/>
                <a:ea typeface="Cambria" panose="02040503050406030204" pitchFamily="18" charset="0"/>
              </a:rPr>
              <a:t>2 attributi (titolo, codice identificativo)</a:t>
            </a:r>
          </a:p>
          <a:p>
            <a:r>
              <a:rPr lang="it-IT" dirty="0">
                <a:latin typeface="Cambria" panose="02040503050406030204" pitchFamily="18" charset="0"/>
                <a:ea typeface="Cambria" panose="02040503050406030204" pitchFamily="18" charset="0"/>
              </a:rPr>
              <a:t>Costruttore con 2 parametri</a:t>
            </a:r>
          </a:p>
          <a:p>
            <a:r>
              <a:rPr lang="it-IT" dirty="0">
                <a:latin typeface="Cambria" panose="02040503050406030204" pitchFamily="18" charset="0"/>
                <a:ea typeface="Cambria" panose="02040503050406030204" pitchFamily="18" charset="0"/>
              </a:rPr>
              <a:t>Getter per gli attributi</a:t>
            </a:r>
          </a:p>
          <a:p>
            <a:r>
              <a:rPr lang="it-IT" dirty="0" err="1">
                <a:latin typeface="Cambria" panose="02040503050406030204" pitchFamily="18" charset="0"/>
                <a:ea typeface="Cambria" panose="02040503050406030204" pitchFamily="18" charset="0"/>
              </a:rPr>
              <a:t>Override</a:t>
            </a:r>
            <a:r>
              <a:rPr lang="it-IT" dirty="0">
                <a:latin typeface="Cambria" panose="02040503050406030204" pitchFamily="18" charset="0"/>
                <a:ea typeface="Cambria" panose="02040503050406030204" pitchFamily="18" charset="0"/>
              </a:rPr>
              <a:t> dei metodi </a:t>
            </a:r>
            <a:r>
              <a:rPr lang="it-IT" dirty="0" err="1">
                <a:latin typeface="Cambria" panose="02040503050406030204" pitchFamily="18" charset="0"/>
                <a:ea typeface="Cambria" panose="02040503050406030204" pitchFamily="18" charset="0"/>
              </a:rPr>
              <a:t>toString</a:t>
            </a:r>
            <a:r>
              <a:rPr lang="it-IT" dirty="0">
                <a:latin typeface="Cambria" panose="02040503050406030204" pitchFamily="18" charset="0"/>
                <a:ea typeface="Cambria" panose="02040503050406030204" pitchFamily="18" charset="0"/>
              </a:rPr>
              <a:t> (in modo che ritorni una stringa formattata contenente gli attributi) e </a:t>
            </a:r>
            <a:r>
              <a:rPr lang="it-IT" dirty="0" err="1">
                <a:latin typeface="Cambria" panose="02040503050406030204" pitchFamily="18" charset="0"/>
                <a:ea typeface="Cambria" panose="02040503050406030204" pitchFamily="18" charset="0"/>
              </a:rPr>
              <a:t>equals</a:t>
            </a:r>
            <a:r>
              <a:rPr lang="it-IT" dirty="0">
                <a:latin typeface="Cambria" panose="02040503050406030204" pitchFamily="18" charset="0"/>
                <a:ea typeface="Cambria" panose="02040503050406030204" pitchFamily="18" charset="0"/>
              </a:rPr>
              <a:t> (due pubblicazioni sono uguali se hanno lo stesso codice)</a:t>
            </a:r>
          </a:p>
        </p:txBody>
      </p:sp>
    </p:spTree>
    <p:extLst>
      <p:ext uri="{BB962C8B-B14F-4D97-AF65-F5344CB8AC3E}">
        <p14:creationId xmlns:p14="http://schemas.microsoft.com/office/powerpoint/2010/main" val="24571466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BD6633-7B7A-8D53-FDC6-3F199029D0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EE48706-C791-DDB2-CDA4-F36F5325A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BBA08-9429-4EA8-9637-B9613057FD71}" type="slidenum">
              <a:rPr lang="it-IT" noProof="0" smtClean="0"/>
              <a:t>4</a:t>
            </a:fld>
            <a:endParaRPr lang="it-IT" noProof="0" dirty="0"/>
          </a:p>
        </p:txBody>
      </p:sp>
      <p:sp>
        <p:nvSpPr>
          <p:cNvPr id="7" name="Titolo 1">
            <a:extLst>
              <a:ext uri="{FF2B5EF4-FFF2-40B4-BE49-F238E27FC236}">
                <a16:creationId xmlns:a16="http://schemas.microsoft.com/office/drawing/2014/main" id="{C191B5B1-29CB-EC42-4C82-D8129BBBBE9E}"/>
              </a:ext>
            </a:extLst>
          </p:cNvPr>
          <p:cNvSpPr txBox="1">
            <a:spLocks/>
          </p:cNvSpPr>
          <p:nvPr/>
        </p:nvSpPr>
        <p:spPr>
          <a:xfrm>
            <a:off x="838200" y="223976"/>
            <a:ext cx="10515600" cy="7763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it-IT" b="1" noProof="0" dirty="0">
                <a:latin typeface="Cambria" panose="02040503050406030204" pitchFamily="18" charset="0"/>
                <a:ea typeface="Cambria" panose="02040503050406030204" pitchFamily="18" charset="0"/>
              </a:rPr>
              <a:t>Classe Libro </a:t>
            </a:r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C5A7B0D2-0328-8BDD-10BB-27E44582A1E5}"/>
              </a:ext>
            </a:extLst>
          </p:cNvPr>
          <p:cNvSpPr/>
          <p:nvPr/>
        </p:nvSpPr>
        <p:spPr>
          <a:xfrm>
            <a:off x="0" y="6413074"/>
            <a:ext cx="12192000" cy="444926"/>
          </a:xfrm>
          <a:prstGeom prst="rect">
            <a:avLst/>
          </a:prstGeom>
          <a:solidFill>
            <a:srgbClr val="1B69B0"/>
          </a:solidFill>
          <a:ln>
            <a:solidFill>
              <a:srgbClr val="1B69B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9" name="Segnaposto numero diapositiva 9">
            <a:extLst>
              <a:ext uri="{FF2B5EF4-FFF2-40B4-BE49-F238E27FC236}">
                <a16:creationId xmlns:a16="http://schemas.microsoft.com/office/drawing/2014/main" id="{21108FF2-5FAE-8912-E1D1-EA6C16889C34}"/>
              </a:ext>
            </a:extLst>
          </p:cNvPr>
          <p:cNvSpPr txBox="1">
            <a:spLocks/>
          </p:cNvSpPr>
          <p:nvPr/>
        </p:nvSpPr>
        <p:spPr>
          <a:xfrm>
            <a:off x="5930303" y="6451461"/>
            <a:ext cx="33139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it-IT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it-IT" sz="1800" b="1" noProof="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4</a:t>
            </a:r>
          </a:p>
        </p:txBody>
      </p:sp>
      <p:sp>
        <p:nvSpPr>
          <p:cNvPr id="6" name="Segnaposto contenuto 2">
            <a:extLst>
              <a:ext uri="{FF2B5EF4-FFF2-40B4-BE49-F238E27FC236}">
                <a16:creationId xmlns:a16="http://schemas.microsoft.com/office/drawing/2014/main" id="{A6977D09-35CE-5DAA-2F07-590ADD111FD4}"/>
              </a:ext>
            </a:extLst>
          </p:cNvPr>
          <p:cNvSpPr txBox="1">
            <a:spLocks/>
          </p:cNvSpPr>
          <p:nvPr/>
        </p:nvSpPr>
        <p:spPr>
          <a:xfrm>
            <a:off x="838200" y="1515818"/>
            <a:ext cx="10515600" cy="45597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it-IT" dirty="0">
                <a:latin typeface="Cambria" panose="02040503050406030204" pitchFamily="18" charset="0"/>
                <a:ea typeface="Cambria" panose="02040503050406030204" pitchFamily="18" charset="0"/>
              </a:rPr>
              <a:t>La classe Libro deve estendere Pubblicazione e deve avere:</a:t>
            </a:r>
          </a:p>
          <a:p>
            <a:pPr marL="0" indent="0">
              <a:buNone/>
            </a:pPr>
            <a:endParaRPr lang="it-IT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it-IT" dirty="0">
                <a:latin typeface="Cambria" panose="02040503050406030204" pitchFamily="18" charset="0"/>
                <a:ea typeface="Cambria" panose="02040503050406030204" pitchFamily="18" charset="0"/>
              </a:rPr>
              <a:t>2 attributi (autore, numero pagine)</a:t>
            </a:r>
          </a:p>
          <a:p>
            <a:r>
              <a:rPr lang="it-IT" dirty="0">
                <a:latin typeface="Cambria" panose="02040503050406030204" pitchFamily="18" charset="0"/>
                <a:ea typeface="Cambria" panose="02040503050406030204" pitchFamily="18" charset="0"/>
              </a:rPr>
              <a:t>Costruttore con 4 parametri</a:t>
            </a:r>
          </a:p>
          <a:p>
            <a:r>
              <a:rPr lang="it-IT" dirty="0">
                <a:latin typeface="Cambria" panose="02040503050406030204" pitchFamily="18" charset="0"/>
                <a:ea typeface="Cambria" panose="02040503050406030204" pitchFamily="18" charset="0"/>
              </a:rPr>
              <a:t>Getter per gli attributi</a:t>
            </a:r>
          </a:p>
          <a:p>
            <a:r>
              <a:rPr lang="it-IT" dirty="0" err="1">
                <a:latin typeface="Cambria" panose="02040503050406030204" pitchFamily="18" charset="0"/>
                <a:ea typeface="Cambria" panose="02040503050406030204" pitchFamily="18" charset="0"/>
              </a:rPr>
              <a:t>Override</a:t>
            </a:r>
            <a:r>
              <a:rPr lang="it-IT" dirty="0">
                <a:latin typeface="Cambria" panose="02040503050406030204" pitchFamily="18" charset="0"/>
                <a:ea typeface="Cambria" panose="02040503050406030204" pitchFamily="18" charset="0"/>
              </a:rPr>
              <a:t> dei metodi </a:t>
            </a:r>
            <a:r>
              <a:rPr lang="it-IT" dirty="0" err="1">
                <a:latin typeface="Cambria" panose="02040503050406030204" pitchFamily="18" charset="0"/>
                <a:ea typeface="Cambria" panose="02040503050406030204" pitchFamily="18" charset="0"/>
              </a:rPr>
              <a:t>toString</a:t>
            </a:r>
            <a:r>
              <a:rPr lang="it-IT" dirty="0">
                <a:latin typeface="Cambria" panose="02040503050406030204" pitchFamily="18" charset="0"/>
                <a:ea typeface="Cambria" panose="02040503050406030204" pitchFamily="18" charset="0"/>
              </a:rPr>
              <a:t> (in modo che ritorni una stringa formattata contenente gli attributi)</a:t>
            </a:r>
          </a:p>
        </p:txBody>
      </p:sp>
    </p:spTree>
    <p:extLst>
      <p:ext uri="{BB962C8B-B14F-4D97-AF65-F5344CB8AC3E}">
        <p14:creationId xmlns:p14="http://schemas.microsoft.com/office/powerpoint/2010/main" val="17635302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FB955C-06DC-797E-5886-1ABDF9386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BF07DC5-6DDB-2EDB-9508-EBC63E590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BBA08-9429-4EA8-9637-B9613057FD71}" type="slidenum">
              <a:rPr lang="it-IT" noProof="0" smtClean="0"/>
              <a:t>5</a:t>
            </a:fld>
            <a:endParaRPr lang="it-IT" noProof="0" dirty="0"/>
          </a:p>
        </p:txBody>
      </p:sp>
      <p:sp>
        <p:nvSpPr>
          <p:cNvPr id="7" name="Titolo 1">
            <a:extLst>
              <a:ext uri="{FF2B5EF4-FFF2-40B4-BE49-F238E27FC236}">
                <a16:creationId xmlns:a16="http://schemas.microsoft.com/office/drawing/2014/main" id="{EC9E1BBE-906A-576C-45A8-B198A0A5EC72}"/>
              </a:ext>
            </a:extLst>
          </p:cNvPr>
          <p:cNvSpPr txBox="1">
            <a:spLocks/>
          </p:cNvSpPr>
          <p:nvPr/>
        </p:nvSpPr>
        <p:spPr>
          <a:xfrm>
            <a:off x="838200" y="223976"/>
            <a:ext cx="10515600" cy="7763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it-IT" b="1" noProof="0" dirty="0">
                <a:latin typeface="Cambria" panose="02040503050406030204" pitchFamily="18" charset="0"/>
                <a:ea typeface="Cambria" panose="02040503050406030204" pitchFamily="18" charset="0"/>
              </a:rPr>
              <a:t>Classe </a:t>
            </a:r>
            <a:r>
              <a:rPr lang="it-IT" b="1" dirty="0">
                <a:latin typeface="Cambria" panose="02040503050406030204" pitchFamily="18" charset="0"/>
                <a:ea typeface="Cambria" panose="02040503050406030204" pitchFamily="18" charset="0"/>
              </a:rPr>
              <a:t>Rivista</a:t>
            </a:r>
            <a:r>
              <a:rPr lang="it-IT" b="1" noProof="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22664086-C684-55A2-A262-565E95FE6058}"/>
              </a:ext>
            </a:extLst>
          </p:cNvPr>
          <p:cNvSpPr/>
          <p:nvPr/>
        </p:nvSpPr>
        <p:spPr>
          <a:xfrm>
            <a:off x="0" y="6413074"/>
            <a:ext cx="12192000" cy="444926"/>
          </a:xfrm>
          <a:prstGeom prst="rect">
            <a:avLst/>
          </a:prstGeom>
          <a:solidFill>
            <a:srgbClr val="1B69B0"/>
          </a:solidFill>
          <a:ln>
            <a:solidFill>
              <a:srgbClr val="1B69B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9" name="Segnaposto numero diapositiva 9">
            <a:extLst>
              <a:ext uri="{FF2B5EF4-FFF2-40B4-BE49-F238E27FC236}">
                <a16:creationId xmlns:a16="http://schemas.microsoft.com/office/drawing/2014/main" id="{435C3855-3C69-9AEB-5EA3-75724FC512B6}"/>
              </a:ext>
            </a:extLst>
          </p:cNvPr>
          <p:cNvSpPr txBox="1">
            <a:spLocks/>
          </p:cNvSpPr>
          <p:nvPr/>
        </p:nvSpPr>
        <p:spPr>
          <a:xfrm>
            <a:off x="5930303" y="6451461"/>
            <a:ext cx="33139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it-IT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it-IT" sz="1800" b="1" noProof="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5</a:t>
            </a:r>
          </a:p>
        </p:txBody>
      </p:sp>
      <p:sp>
        <p:nvSpPr>
          <p:cNvPr id="6" name="Segnaposto contenuto 2">
            <a:extLst>
              <a:ext uri="{FF2B5EF4-FFF2-40B4-BE49-F238E27FC236}">
                <a16:creationId xmlns:a16="http://schemas.microsoft.com/office/drawing/2014/main" id="{51F1AA50-DBF2-7308-C7E0-DE661A26F8F6}"/>
              </a:ext>
            </a:extLst>
          </p:cNvPr>
          <p:cNvSpPr txBox="1">
            <a:spLocks/>
          </p:cNvSpPr>
          <p:nvPr/>
        </p:nvSpPr>
        <p:spPr>
          <a:xfrm>
            <a:off x="838200" y="1515818"/>
            <a:ext cx="10515600" cy="45597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it-IT" dirty="0">
                <a:latin typeface="Cambria" panose="02040503050406030204" pitchFamily="18" charset="0"/>
                <a:ea typeface="Cambria" panose="02040503050406030204" pitchFamily="18" charset="0"/>
              </a:rPr>
              <a:t>La classe Rivista deve estendere Pubblicazione e deve avere:</a:t>
            </a:r>
          </a:p>
          <a:p>
            <a:pPr marL="0" indent="0">
              <a:buNone/>
            </a:pPr>
            <a:endParaRPr lang="it-IT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it-IT" dirty="0">
                <a:latin typeface="Cambria" panose="02040503050406030204" pitchFamily="18" charset="0"/>
                <a:ea typeface="Cambria" panose="02040503050406030204" pitchFamily="18" charset="0"/>
              </a:rPr>
              <a:t>3 attributi (</a:t>
            </a:r>
            <a:r>
              <a:rPr lang="it-IT" dirty="0" err="1">
                <a:latin typeface="Cambria" panose="02040503050406030204" pitchFamily="18" charset="0"/>
                <a:ea typeface="Cambria" panose="02040503050406030204" pitchFamily="18" charset="0"/>
              </a:rPr>
              <a:t>meseUscita</a:t>
            </a:r>
            <a:r>
              <a:rPr lang="it-IT" dirty="0"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it-IT" dirty="0" err="1">
                <a:latin typeface="Cambria" panose="02040503050406030204" pitchFamily="18" charset="0"/>
                <a:ea typeface="Cambria" panose="02040503050406030204" pitchFamily="18" charset="0"/>
              </a:rPr>
              <a:t>annoUscita</a:t>
            </a:r>
            <a:r>
              <a:rPr lang="it-IT" dirty="0">
                <a:latin typeface="Cambria" panose="02040503050406030204" pitchFamily="18" charset="0"/>
                <a:ea typeface="Cambria" panose="02040503050406030204" pitchFamily="18" charset="0"/>
              </a:rPr>
              <a:t>, editore)</a:t>
            </a:r>
          </a:p>
          <a:p>
            <a:r>
              <a:rPr lang="it-IT" dirty="0">
                <a:latin typeface="Cambria" panose="02040503050406030204" pitchFamily="18" charset="0"/>
                <a:ea typeface="Cambria" panose="02040503050406030204" pitchFamily="18" charset="0"/>
              </a:rPr>
              <a:t>Costruttore con 5 parametri</a:t>
            </a:r>
          </a:p>
          <a:p>
            <a:r>
              <a:rPr lang="it-IT" dirty="0">
                <a:latin typeface="Cambria" panose="02040503050406030204" pitchFamily="18" charset="0"/>
                <a:ea typeface="Cambria" panose="02040503050406030204" pitchFamily="18" charset="0"/>
              </a:rPr>
              <a:t>Getter per gli attributi</a:t>
            </a:r>
          </a:p>
          <a:p>
            <a:r>
              <a:rPr lang="it-IT" dirty="0" err="1">
                <a:latin typeface="Cambria" panose="02040503050406030204" pitchFamily="18" charset="0"/>
                <a:ea typeface="Cambria" panose="02040503050406030204" pitchFamily="18" charset="0"/>
              </a:rPr>
              <a:t>Override</a:t>
            </a:r>
            <a:r>
              <a:rPr lang="it-IT" dirty="0">
                <a:latin typeface="Cambria" panose="02040503050406030204" pitchFamily="18" charset="0"/>
                <a:ea typeface="Cambria" panose="02040503050406030204" pitchFamily="18" charset="0"/>
              </a:rPr>
              <a:t> dei metodi </a:t>
            </a:r>
            <a:r>
              <a:rPr lang="it-IT" dirty="0" err="1">
                <a:latin typeface="Cambria" panose="02040503050406030204" pitchFamily="18" charset="0"/>
                <a:ea typeface="Cambria" panose="02040503050406030204" pitchFamily="18" charset="0"/>
              </a:rPr>
              <a:t>toString</a:t>
            </a:r>
            <a:r>
              <a:rPr lang="it-IT" dirty="0">
                <a:latin typeface="Cambria" panose="02040503050406030204" pitchFamily="18" charset="0"/>
                <a:ea typeface="Cambria" panose="02040503050406030204" pitchFamily="18" charset="0"/>
              </a:rPr>
              <a:t> (in modo che ritorni una stringa formattata contenente gli attributi)</a:t>
            </a:r>
          </a:p>
        </p:txBody>
      </p:sp>
    </p:spTree>
    <p:extLst>
      <p:ext uri="{BB962C8B-B14F-4D97-AF65-F5344CB8AC3E}">
        <p14:creationId xmlns:p14="http://schemas.microsoft.com/office/powerpoint/2010/main" val="12805312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C0CB7-3860-7422-57DC-997355D5A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AAD1810-7AE4-C9A0-4D42-39652BD13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BBA08-9429-4EA8-9637-B9613057FD71}" type="slidenum">
              <a:rPr lang="it-IT" noProof="0" smtClean="0"/>
              <a:t>6</a:t>
            </a:fld>
            <a:endParaRPr lang="it-IT" noProof="0" dirty="0"/>
          </a:p>
        </p:txBody>
      </p:sp>
      <p:sp>
        <p:nvSpPr>
          <p:cNvPr id="7" name="Titolo 1">
            <a:extLst>
              <a:ext uri="{FF2B5EF4-FFF2-40B4-BE49-F238E27FC236}">
                <a16:creationId xmlns:a16="http://schemas.microsoft.com/office/drawing/2014/main" id="{433475F2-AA87-A480-E7F2-C892CB727755}"/>
              </a:ext>
            </a:extLst>
          </p:cNvPr>
          <p:cNvSpPr txBox="1">
            <a:spLocks/>
          </p:cNvSpPr>
          <p:nvPr/>
        </p:nvSpPr>
        <p:spPr>
          <a:xfrm>
            <a:off x="838200" y="223976"/>
            <a:ext cx="10515600" cy="7763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it-IT" b="1" noProof="0" dirty="0">
                <a:latin typeface="Cambria" panose="02040503050406030204" pitchFamily="18" charset="0"/>
                <a:ea typeface="Cambria" panose="02040503050406030204" pitchFamily="18" charset="0"/>
              </a:rPr>
              <a:t>Classe </a:t>
            </a:r>
            <a:r>
              <a:rPr lang="it-IT" b="1" dirty="0">
                <a:latin typeface="Cambria" panose="02040503050406030204" pitchFamily="18" charset="0"/>
                <a:ea typeface="Cambria" panose="02040503050406030204" pitchFamily="18" charset="0"/>
              </a:rPr>
              <a:t>Utente</a:t>
            </a:r>
            <a:r>
              <a:rPr lang="it-IT" b="1" noProof="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911893E0-B83E-0BB9-6FBE-212E355CE121}"/>
              </a:ext>
            </a:extLst>
          </p:cNvPr>
          <p:cNvSpPr/>
          <p:nvPr/>
        </p:nvSpPr>
        <p:spPr>
          <a:xfrm>
            <a:off x="0" y="6413074"/>
            <a:ext cx="12192000" cy="444926"/>
          </a:xfrm>
          <a:prstGeom prst="rect">
            <a:avLst/>
          </a:prstGeom>
          <a:solidFill>
            <a:srgbClr val="1B69B0"/>
          </a:solidFill>
          <a:ln>
            <a:solidFill>
              <a:srgbClr val="1B69B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9" name="Segnaposto numero diapositiva 9">
            <a:extLst>
              <a:ext uri="{FF2B5EF4-FFF2-40B4-BE49-F238E27FC236}">
                <a16:creationId xmlns:a16="http://schemas.microsoft.com/office/drawing/2014/main" id="{DEC7338B-4867-BE91-4701-50D0D37AE16F}"/>
              </a:ext>
            </a:extLst>
          </p:cNvPr>
          <p:cNvSpPr txBox="1">
            <a:spLocks/>
          </p:cNvSpPr>
          <p:nvPr/>
        </p:nvSpPr>
        <p:spPr>
          <a:xfrm>
            <a:off x="5930303" y="6451461"/>
            <a:ext cx="33139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it-IT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it-IT" sz="1800" b="1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6</a:t>
            </a:r>
            <a:endParaRPr lang="it-IT" sz="1800" b="1" noProof="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" name="Segnaposto contenuto 2">
            <a:extLst>
              <a:ext uri="{FF2B5EF4-FFF2-40B4-BE49-F238E27FC236}">
                <a16:creationId xmlns:a16="http://schemas.microsoft.com/office/drawing/2014/main" id="{868F3A53-91EA-565E-A181-4451E51FF30A}"/>
              </a:ext>
            </a:extLst>
          </p:cNvPr>
          <p:cNvSpPr txBox="1">
            <a:spLocks/>
          </p:cNvSpPr>
          <p:nvPr/>
        </p:nvSpPr>
        <p:spPr>
          <a:xfrm>
            <a:off x="838200" y="1515818"/>
            <a:ext cx="10515600" cy="45597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it-IT" dirty="0">
                <a:latin typeface="Cambria" panose="02040503050406030204" pitchFamily="18" charset="0"/>
                <a:ea typeface="Cambria" panose="02040503050406030204" pitchFamily="18" charset="0"/>
              </a:rPr>
              <a:t>La classe Utente deve avere:</a:t>
            </a:r>
          </a:p>
          <a:p>
            <a:pPr marL="0" indent="0">
              <a:buNone/>
            </a:pPr>
            <a:endParaRPr lang="it-IT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it-IT" dirty="0">
                <a:latin typeface="Cambria" panose="02040503050406030204" pitchFamily="18" charset="0"/>
                <a:ea typeface="Cambria" panose="02040503050406030204" pitchFamily="18" charset="0"/>
              </a:rPr>
              <a:t>2 attributi (nome, id)</a:t>
            </a:r>
          </a:p>
          <a:p>
            <a:r>
              <a:rPr lang="it-IT" dirty="0">
                <a:latin typeface="Cambria" panose="02040503050406030204" pitchFamily="18" charset="0"/>
                <a:ea typeface="Cambria" panose="02040503050406030204" pitchFamily="18" charset="0"/>
              </a:rPr>
              <a:t>Costruttore con 2 parametri</a:t>
            </a:r>
          </a:p>
          <a:p>
            <a:r>
              <a:rPr lang="it-IT" dirty="0">
                <a:latin typeface="Cambria" panose="02040503050406030204" pitchFamily="18" charset="0"/>
                <a:ea typeface="Cambria" panose="02040503050406030204" pitchFamily="18" charset="0"/>
              </a:rPr>
              <a:t>Getter per gli attributi</a:t>
            </a:r>
          </a:p>
          <a:p>
            <a:r>
              <a:rPr lang="it-IT" dirty="0" err="1">
                <a:latin typeface="Cambria" panose="02040503050406030204" pitchFamily="18" charset="0"/>
                <a:ea typeface="Cambria" panose="02040503050406030204" pitchFamily="18" charset="0"/>
              </a:rPr>
              <a:t>Override</a:t>
            </a:r>
            <a:r>
              <a:rPr lang="it-IT" dirty="0">
                <a:latin typeface="Cambria" panose="02040503050406030204" pitchFamily="18" charset="0"/>
                <a:ea typeface="Cambria" panose="02040503050406030204" pitchFamily="18" charset="0"/>
              </a:rPr>
              <a:t> dei metodi </a:t>
            </a:r>
            <a:r>
              <a:rPr lang="it-IT" dirty="0" err="1">
                <a:latin typeface="Cambria" panose="02040503050406030204" pitchFamily="18" charset="0"/>
                <a:ea typeface="Cambria" panose="02040503050406030204" pitchFamily="18" charset="0"/>
              </a:rPr>
              <a:t>toString</a:t>
            </a:r>
            <a:r>
              <a:rPr lang="it-IT" dirty="0">
                <a:latin typeface="Cambria" panose="02040503050406030204" pitchFamily="18" charset="0"/>
                <a:ea typeface="Cambria" panose="02040503050406030204" pitchFamily="18" charset="0"/>
              </a:rPr>
              <a:t> (in modo che ritorni una stringa formattata contenente gli attributi) e </a:t>
            </a:r>
            <a:r>
              <a:rPr lang="it-IT" dirty="0" err="1">
                <a:latin typeface="Cambria" panose="02040503050406030204" pitchFamily="18" charset="0"/>
                <a:ea typeface="Cambria" panose="02040503050406030204" pitchFamily="18" charset="0"/>
              </a:rPr>
              <a:t>equals</a:t>
            </a:r>
            <a:r>
              <a:rPr lang="it-IT" dirty="0">
                <a:latin typeface="Cambria" panose="02040503050406030204" pitchFamily="18" charset="0"/>
                <a:ea typeface="Cambria" panose="02040503050406030204" pitchFamily="18" charset="0"/>
              </a:rPr>
              <a:t> (due Utenti sono uguali </a:t>
            </a:r>
            <a:r>
              <a:rPr lang="it-IT">
                <a:latin typeface="Cambria" panose="02040503050406030204" pitchFamily="18" charset="0"/>
                <a:ea typeface="Cambria" panose="02040503050406030204" pitchFamily="18" charset="0"/>
              </a:rPr>
              <a:t>se hanno lo stesso id)</a:t>
            </a:r>
            <a:endParaRPr lang="it-IT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29190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2092</TotalTime>
  <Words>251</Words>
  <Application>Microsoft Office PowerPoint</Application>
  <PresentationFormat>Widescreen</PresentationFormat>
  <Paragraphs>52</Paragraphs>
  <Slides>6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Cambria</vt:lpstr>
      <vt:lpstr>Tema di Office</vt:lpstr>
      <vt:lpstr>Esercitazione 7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Filippo Bianchi</dc:creator>
  <cp:lastModifiedBy>Filippo Bianchi</cp:lastModifiedBy>
  <cp:revision>4</cp:revision>
  <dcterms:created xsi:type="dcterms:W3CDTF">2024-10-09T14:20:22Z</dcterms:created>
  <dcterms:modified xsi:type="dcterms:W3CDTF">2026-05-05T16:36:50Z</dcterms:modified>
</cp:coreProperties>
</file>