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5" r:id="rId2"/>
    <p:sldId id="274" r:id="rId3"/>
    <p:sldId id="275" r:id="rId4"/>
    <p:sldId id="276" r:id="rId5"/>
    <p:sldId id="277" r:id="rId6"/>
    <p:sldId id="278" r:id="rId7"/>
    <p:sldId id="279" r:id="rId8"/>
    <p:sldId id="281" r:id="rId9"/>
    <p:sldId id="282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316CC-40A8-4935-BE51-EE2A42D4CD7A}" v="1" dt="2026-05-06T12:38:13.3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redo custSel addSld delSld modSld sldOrd">
      <pc:chgData name="Filippo Bianchi" userId="7ab6c9c88ca9f8fa" providerId="LiveId" clId="{A6F63C33-B3C5-434A-BE4D-42238D658A96}" dt="2026-05-06T15:48:55.855" v="12388" actId="20577"/>
      <pc:docMkLst>
        <pc:docMk/>
      </pc:docMkLst>
      <pc:sldChg chg="modSp mod">
        <pc:chgData name="Filippo Bianchi" userId="7ab6c9c88ca9f8fa" providerId="LiveId" clId="{A6F63C33-B3C5-434A-BE4D-42238D658A96}" dt="2026-05-06T08:28:22.981" v="11913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5-06T08:28:17.013" v="11903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5-06T08:28:22.981" v="11913" actId="20577"/>
          <ac:spMkLst>
            <pc:docMk/>
            <pc:sldMk cId="352072517" sldId="265"/>
            <ac:spMk id="3" creationId="{1EFAD03A-77BD-417C-815E-BCB510EC07C6}"/>
          </ac:spMkLst>
        </pc:spChg>
      </pc:sldChg>
      <pc:sldChg chg="addSp delSp modSp mod">
        <pc:chgData name="Filippo Bianchi" userId="7ab6c9c88ca9f8fa" providerId="LiveId" clId="{A6F63C33-B3C5-434A-BE4D-42238D658A96}" dt="2026-05-05T16:24:41.246" v="10095" actId="27636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5-05T16:24:41.246" v="10095" actId="27636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5-05T16:23:19.039" v="9950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modSp add mod">
        <pc:chgData name="Filippo Bianchi" userId="7ab6c9c88ca9f8fa" providerId="LiveId" clId="{A6F63C33-B3C5-434A-BE4D-42238D658A96}" dt="2026-05-05T16:30:09.917" v="10773" actId="20577"/>
        <pc:sldMkLst>
          <pc:docMk/>
          <pc:sldMk cId="2457146631" sldId="275"/>
        </pc:sldMkLst>
        <pc:spChg chg="mod">
          <ac:chgData name="Filippo Bianchi" userId="7ab6c9c88ca9f8fa" providerId="LiveId" clId="{A6F63C33-B3C5-434A-BE4D-42238D658A96}" dt="2026-05-05T16:30:09.917" v="10773" actId="20577"/>
          <ac:spMkLst>
            <pc:docMk/>
            <pc:sldMk cId="2457146631" sldId="275"/>
            <ac:spMk id="6" creationId="{A28332B7-6A72-EDC9-54B7-B36FF200D35C}"/>
          </ac:spMkLst>
        </pc:spChg>
        <pc:spChg chg="mod">
          <ac:chgData name="Filippo Bianchi" userId="7ab6c9c88ca9f8fa" providerId="LiveId" clId="{A6F63C33-B3C5-434A-BE4D-42238D658A96}" dt="2026-05-05T16:24:59.036" v="10124" actId="20577"/>
          <ac:spMkLst>
            <pc:docMk/>
            <pc:sldMk cId="2457146631" sldId="275"/>
            <ac:spMk id="7" creationId="{9BB70CE6-545A-1940-0870-B245BC20F657}"/>
          </ac:spMkLst>
        </pc:spChg>
        <pc:spChg chg="mod">
          <ac:chgData name="Filippo Bianchi" userId="7ab6c9c88ca9f8fa" providerId="LiveId" clId="{A6F63C33-B3C5-434A-BE4D-42238D658A96}" dt="2026-05-05T16:24:48.717" v="10098" actId="20577"/>
          <ac:spMkLst>
            <pc:docMk/>
            <pc:sldMk cId="2457146631" sldId="275"/>
            <ac:spMk id="9" creationId="{A010A8A6-70A6-0ED7-9EB6-F1E6733F4F9E}"/>
          </ac:spMkLst>
        </pc:spChg>
      </pc:sldChg>
      <pc:sldChg chg="modSp add del mod">
        <pc:chgData name="Filippo Bianchi" userId="7ab6c9c88ca9f8fa" providerId="LiveId" clId="{A6F63C33-B3C5-434A-BE4D-42238D658A96}" dt="2026-05-05T16:23:11.262" v="9943" actId="2696"/>
        <pc:sldMkLst>
          <pc:docMk/>
          <pc:sldMk cId="3395807282" sldId="275"/>
        </pc:sldMkLst>
      </pc:sldChg>
      <pc:sldChg chg="modSp add del mod">
        <pc:chgData name="Filippo Bianchi" userId="7ab6c9c88ca9f8fa" providerId="LiveId" clId="{A6F63C33-B3C5-434A-BE4D-42238D658A96}" dt="2026-05-05T16:23:11.262" v="9943" actId="2696"/>
        <pc:sldMkLst>
          <pc:docMk/>
          <pc:sldMk cId="1641412606" sldId="276"/>
        </pc:sldMkLst>
      </pc:sldChg>
      <pc:sldChg chg="modSp add mod">
        <pc:chgData name="Filippo Bianchi" userId="7ab6c9c88ca9f8fa" providerId="LiveId" clId="{A6F63C33-B3C5-434A-BE4D-42238D658A96}" dt="2026-05-06T15:01:41.896" v="12222" actId="20577"/>
        <pc:sldMkLst>
          <pc:docMk/>
          <pc:sldMk cId="1763530209" sldId="276"/>
        </pc:sldMkLst>
        <pc:spChg chg="mod">
          <ac:chgData name="Filippo Bianchi" userId="7ab6c9c88ca9f8fa" providerId="LiveId" clId="{A6F63C33-B3C5-434A-BE4D-42238D658A96}" dt="2026-05-06T15:01:41.896" v="12222" actId="20577"/>
          <ac:spMkLst>
            <pc:docMk/>
            <pc:sldMk cId="1763530209" sldId="276"/>
            <ac:spMk id="6" creationId="{A6977D09-35CE-5DAA-2F07-590ADD111FD4}"/>
          </ac:spMkLst>
        </pc:spChg>
        <pc:spChg chg="mod">
          <ac:chgData name="Filippo Bianchi" userId="7ab6c9c88ca9f8fa" providerId="LiveId" clId="{A6F63C33-B3C5-434A-BE4D-42238D658A96}" dt="2026-05-05T16:28:13.758" v="10657" actId="20577"/>
          <ac:spMkLst>
            <pc:docMk/>
            <pc:sldMk cId="1763530209" sldId="276"/>
            <ac:spMk id="7" creationId="{C191B5B1-29CB-EC42-4C82-D8129BBBBE9E}"/>
          </ac:spMkLst>
        </pc:spChg>
        <pc:spChg chg="mod">
          <ac:chgData name="Filippo Bianchi" userId="7ab6c9c88ca9f8fa" providerId="LiveId" clId="{A6F63C33-B3C5-434A-BE4D-42238D658A96}" dt="2026-05-05T16:33:51.969" v="10836" actId="20577"/>
          <ac:spMkLst>
            <pc:docMk/>
            <pc:sldMk cId="1763530209" sldId="276"/>
            <ac:spMk id="9" creationId="{21108FF2-5FAE-8912-E1D1-EA6C16889C34}"/>
          </ac:spMkLst>
        </pc:spChg>
      </pc:sldChg>
      <pc:sldChg chg="modSp add mod">
        <pc:chgData name="Filippo Bianchi" userId="7ab6c9c88ca9f8fa" providerId="LiveId" clId="{A6F63C33-B3C5-434A-BE4D-42238D658A96}" dt="2026-05-06T15:11:06.380" v="12370" actId="20577"/>
        <pc:sldMkLst>
          <pc:docMk/>
          <pc:sldMk cId="1280531235" sldId="277"/>
        </pc:sldMkLst>
        <pc:spChg chg="mod">
          <ac:chgData name="Filippo Bianchi" userId="7ab6c9c88ca9f8fa" providerId="LiveId" clId="{A6F63C33-B3C5-434A-BE4D-42238D658A96}" dt="2026-05-06T15:11:06.380" v="12370" actId="20577"/>
          <ac:spMkLst>
            <pc:docMk/>
            <pc:sldMk cId="1280531235" sldId="277"/>
            <ac:spMk id="6" creationId="{51F1AA50-DBF2-7308-C7E0-DE661A26F8F6}"/>
          </ac:spMkLst>
        </pc:spChg>
        <pc:spChg chg="mod">
          <ac:chgData name="Filippo Bianchi" userId="7ab6c9c88ca9f8fa" providerId="LiveId" clId="{A6F63C33-B3C5-434A-BE4D-42238D658A96}" dt="2026-05-05T16:35:13.589" v="10853" actId="20577"/>
          <ac:spMkLst>
            <pc:docMk/>
            <pc:sldMk cId="1280531235" sldId="277"/>
            <ac:spMk id="7" creationId="{EC9E1BBE-906A-576C-45A8-B198A0A5EC72}"/>
          </ac:spMkLst>
        </pc:spChg>
        <pc:spChg chg="mod">
          <ac:chgData name="Filippo Bianchi" userId="7ab6c9c88ca9f8fa" providerId="LiveId" clId="{A6F63C33-B3C5-434A-BE4D-42238D658A96}" dt="2026-05-05T16:33:56.125" v="10838" actId="20577"/>
          <ac:spMkLst>
            <pc:docMk/>
            <pc:sldMk cId="1280531235" sldId="277"/>
            <ac:spMk id="9" creationId="{435C3855-3C69-9AEB-5EA3-75724FC512B6}"/>
          </ac:spMkLst>
        </pc:spChg>
      </pc:sldChg>
      <pc:sldChg chg="modSp add del mod">
        <pc:chgData name="Filippo Bianchi" userId="7ab6c9c88ca9f8fa" providerId="LiveId" clId="{A6F63C33-B3C5-434A-BE4D-42238D658A96}" dt="2026-05-05T16:23:11.262" v="9943" actId="2696"/>
        <pc:sldMkLst>
          <pc:docMk/>
          <pc:sldMk cId="3986200135" sldId="277"/>
        </pc:sldMkLst>
      </pc:sldChg>
      <pc:sldChg chg="modSp add mod">
        <pc:chgData name="Filippo Bianchi" userId="7ab6c9c88ca9f8fa" providerId="LiveId" clId="{A6F63C33-B3C5-434A-BE4D-42238D658A96}" dt="2026-05-05T16:36:48.693" v="10988" actId="20577"/>
        <pc:sldMkLst>
          <pc:docMk/>
          <pc:sldMk cId="298291907" sldId="278"/>
        </pc:sldMkLst>
        <pc:spChg chg="mod">
          <ac:chgData name="Filippo Bianchi" userId="7ab6c9c88ca9f8fa" providerId="LiveId" clId="{A6F63C33-B3C5-434A-BE4D-42238D658A96}" dt="2026-05-05T16:36:48.693" v="10988" actId="20577"/>
          <ac:spMkLst>
            <pc:docMk/>
            <pc:sldMk cId="298291907" sldId="278"/>
            <ac:spMk id="6" creationId="{868F3A53-91EA-565E-A181-4451E51FF30A}"/>
          </ac:spMkLst>
        </pc:spChg>
        <pc:spChg chg="mod">
          <ac:chgData name="Filippo Bianchi" userId="7ab6c9c88ca9f8fa" providerId="LiveId" clId="{A6F63C33-B3C5-434A-BE4D-42238D658A96}" dt="2026-05-05T16:35:28.682" v="10871" actId="20577"/>
          <ac:spMkLst>
            <pc:docMk/>
            <pc:sldMk cId="298291907" sldId="278"/>
            <ac:spMk id="7" creationId="{433475F2-AA87-A480-E7F2-C892CB727755}"/>
          </ac:spMkLst>
        </pc:spChg>
        <pc:spChg chg="mod">
          <ac:chgData name="Filippo Bianchi" userId="7ab6c9c88ca9f8fa" providerId="LiveId" clId="{A6F63C33-B3C5-434A-BE4D-42238D658A96}" dt="2026-05-05T16:35:25.489" v="10865" actId="20577"/>
          <ac:spMkLst>
            <pc:docMk/>
            <pc:sldMk cId="298291907" sldId="278"/>
            <ac:spMk id="9" creationId="{DEC7338B-4867-BE91-4701-50D0D37AE16F}"/>
          </ac:spMkLst>
        </pc:spChg>
      </pc:sldChg>
      <pc:sldChg chg="modSp add del mod">
        <pc:chgData name="Filippo Bianchi" userId="7ab6c9c88ca9f8fa" providerId="LiveId" clId="{A6F63C33-B3C5-434A-BE4D-42238D658A96}" dt="2026-05-05T16:23:11.262" v="9943" actId="2696"/>
        <pc:sldMkLst>
          <pc:docMk/>
          <pc:sldMk cId="2194580149" sldId="278"/>
        </pc:sldMkLst>
      </pc:sldChg>
      <pc:sldChg chg="modSp add mod">
        <pc:chgData name="Filippo Bianchi" userId="7ab6c9c88ca9f8fa" providerId="LiveId" clId="{A6F63C33-B3C5-434A-BE4D-42238D658A96}" dt="2026-05-05T17:36:52.060" v="11230" actId="20577"/>
        <pc:sldMkLst>
          <pc:docMk/>
          <pc:sldMk cId="2181950911" sldId="279"/>
        </pc:sldMkLst>
        <pc:spChg chg="mod">
          <ac:chgData name="Filippo Bianchi" userId="7ab6c9c88ca9f8fa" providerId="LiveId" clId="{A6F63C33-B3C5-434A-BE4D-42238D658A96}" dt="2026-05-05T17:36:52.060" v="11230" actId="20577"/>
          <ac:spMkLst>
            <pc:docMk/>
            <pc:sldMk cId="2181950911" sldId="279"/>
            <ac:spMk id="6" creationId="{637E8D33-F45A-2C26-6192-DC2D59C08736}"/>
          </ac:spMkLst>
        </pc:spChg>
        <pc:spChg chg="mod">
          <ac:chgData name="Filippo Bianchi" userId="7ab6c9c88ca9f8fa" providerId="LiveId" clId="{A6F63C33-B3C5-434A-BE4D-42238D658A96}" dt="2026-05-05T17:35:19.119" v="10999" actId="20577"/>
          <ac:spMkLst>
            <pc:docMk/>
            <pc:sldMk cId="2181950911" sldId="279"/>
            <ac:spMk id="7" creationId="{DA207E27-837E-DA7B-1D73-54769D7512E4}"/>
          </ac:spMkLst>
        </pc:spChg>
        <pc:spChg chg="mod">
          <ac:chgData name="Filippo Bianchi" userId="7ab6c9c88ca9f8fa" providerId="LiveId" clId="{A6F63C33-B3C5-434A-BE4D-42238D658A96}" dt="2026-05-05T17:35:14.883" v="10991" actId="20577"/>
          <ac:spMkLst>
            <pc:docMk/>
            <pc:sldMk cId="2181950911" sldId="279"/>
            <ac:spMk id="9" creationId="{273D043B-A5EC-20E5-00C1-B0A0A429AB17}"/>
          </ac:spMkLst>
        </pc:spChg>
      </pc:sldChg>
      <pc:sldChg chg="modSp add del mod">
        <pc:chgData name="Filippo Bianchi" userId="7ab6c9c88ca9f8fa" providerId="LiveId" clId="{A6F63C33-B3C5-434A-BE4D-42238D658A96}" dt="2026-05-06T08:28:55.883" v="11914" actId="2696"/>
        <pc:sldMkLst>
          <pc:docMk/>
          <pc:sldMk cId="4050581296" sldId="280"/>
        </pc:sldMkLst>
        <pc:spChg chg="mod">
          <ac:chgData name="Filippo Bianchi" userId="7ab6c9c88ca9f8fa" providerId="LiveId" clId="{A6F63C33-B3C5-434A-BE4D-42238D658A96}" dt="2026-05-05T17:40:37.409" v="11813" actId="20577"/>
          <ac:spMkLst>
            <pc:docMk/>
            <pc:sldMk cId="4050581296" sldId="280"/>
            <ac:spMk id="6" creationId="{D28EC7B9-1697-D7F6-8975-A4A064DD2D73}"/>
          </ac:spMkLst>
        </pc:spChg>
        <pc:spChg chg="mod">
          <ac:chgData name="Filippo Bianchi" userId="7ab6c9c88ca9f8fa" providerId="LiveId" clId="{A6F63C33-B3C5-434A-BE4D-42238D658A96}" dt="2026-05-05T17:38:38.779" v="11461" actId="20577"/>
          <ac:spMkLst>
            <pc:docMk/>
            <pc:sldMk cId="4050581296" sldId="280"/>
            <ac:spMk id="7" creationId="{EF26DF63-614E-FECF-9CDB-F63D31CEFCC7}"/>
          </ac:spMkLst>
        </pc:spChg>
      </pc:sldChg>
      <pc:sldChg chg="modSp add mod">
        <pc:chgData name="Filippo Bianchi" userId="7ab6c9c88ca9f8fa" providerId="LiveId" clId="{A6F63C33-B3C5-434A-BE4D-42238D658A96}" dt="2026-05-06T12:39:24.503" v="12128" actId="20577"/>
        <pc:sldMkLst>
          <pc:docMk/>
          <pc:sldMk cId="2182501413" sldId="281"/>
        </pc:sldMkLst>
        <pc:spChg chg="mod">
          <ac:chgData name="Filippo Bianchi" userId="7ab6c9c88ca9f8fa" providerId="LiveId" clId="{A6F63C33-B3C5-434A-BE4D-42238D658A96}" dt="2026-05-06T12:39:24.503" v="12128" actId="20577"/>
          <ac:spMkLst>
            <pc:docMk/>
            <pc:sldMk cId="2182501413" sldId="281"/>
            <ac:spMk id="6" creationId="{13092CD8-6C7B-B150-5302-C29A420B5185}"/>
          </ac:spMkLst>
        </pc:spChg>
        <pc:spChg chg="mod">
          <ac:chgData name="Filippo Bianchi" userId="7ab6c9c88ca9f8fa" providerId="LiveId" clId="{A6F63C33-B3C5-434A-BE4D-42238D658A96}" dt="2026-05-05T17:40:53.784" v="11817" actId="20577"/>
          <ac:spMkLst>
            <pc:docMk/>
            <pc:sldMk cId="2182501413" sldId="281"/>
            <ac:spMk id="7" creationId="{0667927C-BE27-F937-17D1-EE099623C4E1}"/>
          </ac:spMkLst>
        </pc:spChg>
        <pc:spChg chg="mod">
          <ac:chgData name="Filippo Bianchi" userId="7ab6c9c88ca9f8fa" providerId="LiveId" clId="{A6F63C33-B3C5-434A-BE4D-42238D658A96}" dt="2026-05-06T08:29:03.870" v="11916" actId="20577"/>
          <ac:spMkLst>
            <pc:docMk/>
            <pc:sldMk cId="2182501413" sldId="281"/>
            <ac:spMk id="9" creationId="{4F61A094-99B9-B1B3-DF3F-0888C53F5374}"/>
          </ac:spMkLst>
        </pc:spChg>
      </pc:sldChg>
      <pc:sldChg chg="modSp add mod">
        <pc:chgData name="Filippo Bianchi" userId="7ab6c9c88ca9f8fa" providerId="LiveId" clId="{A6F63C33-B3C5-434A-BE4D-42238D658A96}" dt="2026-05-06T15:48:55.855" v="12388" actId="20577"/>
        <pc:sldMkLst>
          <pc:docMk/>
          <pc:sldMk cId="247524872" sldId="282"/>
        </pc:sldMkLst>
        <pc:spChg chg="mod">
          <ac:chgData name="Filippo Bianchi" userId="7ab6c9c88ca9f8fa" providerId="LiveId" clId="{A6F63C33-B3C5-434A-BE4D-42238D658A96}" dt="2026-05-06T15:48:55.855" v="12388" actId="20577"/>
          <ac:spMkLst>
            <pc:docMk/>
            <pc:sldMk cId="247524872" sldId="282"/>
            <ac:spMk id="6" creationId="{9084F79B-56AC-DB8F-675E-D31755F32CA6}"/>
          </ac:spMkLst>
        </pc:spChg>
        <pc:spChg chg="mod">
          <ac:chgData name="Filippo Bianchi" userId="7ab6c9c88ca9f8fa" providerId="LiveId" clId="{A6F63C33-B3C5-434A-BE4D-42238D658A96}" dt="2026-05-06T12:38:25.698" v="11927" actId="20577"/>
          <ac:spMkLst>
            <pc:docMk/>
            <pc:sldMk cId="247524872" sldId="282"/>
            <ac:spMk id="9" creationId="{F0B1A91C-94A3-065C-16EA-5E6A6B4F13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06/05/2026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06/05/2026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06/05/2026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8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06/05/2026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Ereditariertà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le seguenti classi in Java, facendo attenzione a impostare correttamente la visibilità di attributi e metodi: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Pubblicazione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Libro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Rivista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Utente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Prestito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Biblioteca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23E5F-A709-0E98-5647-3A26284B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6478AA-8BC1-0252-24EA-812FBDB7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BB70CE6-545A-1940-0870-B245BC20F657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Pubblicazione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019A0D-2156-85FF-34F1-87BC92BE273D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A010A8A6-70A6-0ED7-9EB6-F1E6733F4F9E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28332B7-6A72-EDC9-54B7-B36FF200D35C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Pubblicazione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2 attributi (titolo, codice identificativo)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2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pubblicazioni sono uguali se hanno lo stesso codice)</a:t>
            </a:r>
          </a:p>
        </p:txBody>
      </p:sp>
    </p:spTree>
    <p:extLst>
      <p:ext uri="{BB962C8B-B14F-4D97-AF65-F5344CB8AC3E}">
        <p14:creationId xmlns:p14="http://schemas.microsoft.com/office/powerpoint/2010/main" val="245714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6633-7B7A-8D53-FDC6-3F199029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E48706-C791-DDB2-CDA4-F36F5325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191B5B1-29CB-EC42-4C82-D8129BBBBE9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Libro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A7B0D2-0328-8BDD-10BB-27E44582A1E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1108FF2-5FAE-8912-E1D1-EA6C16889C34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6977D09-35CE-5DAA-2F07-590ADD111FD4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Libro deve estendere Pubblicazione 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2 attributi (autore, numero pagine)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4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libri sono uguali se hanno lo stesso autore e stesso codice identificativo)</a:t>
            </a:r>
          </a:p>
        </p:txBody>
      </p:sp>
    </p:spTree>
    <p:extLst>
      <p:ext uri="{BB962C8B-B14F-4D97-AF65-F5344CB8AC3E}">
        <p14:creationId xmlns:p14="http://schemas.microsoft.com/office/powerpoint/2010/main" val="176353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955C-06DC-797E-5886-1ABDF938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F07DC5-6DDB-2EDB-9508-EBC63E59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C9E1BBE-906A-576C-45A8-B198A0A5EC72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Rivista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664086-C684-55A2-A262-565E95FE6058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435C3855-3C69-9AEB-5EA3-75724FC512B6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1F1AA50-DBF2-7308-C7E0-DE661A26F8F6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Rivista deve estendere Pubblicazione 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3 attributi 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meseUscita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annoUscita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, editore)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5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riviste sono uguali se sono uscite lo stesso messe dello stesso anno e hanno lo stesso codice identificativo)</a:t>
            </a:r>
          </a:p>
        </p:txBody>
      </p:sp>
    </p:spTree>
    <p:extLst>
      <p:ext uri="{BB962C8B-B14F-4D97-AF65-F5344CB8AC3E}">
        <p14:creationId xmlns:p14="http://schemas.microsoft.com/office/powerpoint/2010/main" val="128053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0CB7-3860-7422-57DC-997355D5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AD1810-7AE4-C9A0-4D42-39652BD1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6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33475F2-AA87-A480-E7F2-C892CB727755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Utente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11893E0-B83E-0BB9-6FBE-212E355CE121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EC7338B-4867-BE91-4701-50D0D37AE16F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68F3A53-91EA-565E-A181-4451E51FF30A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Utente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2 attributi (nome, id)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2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Utenti sono uguali se hanno lo stesso id)</a:t>
            </a:r>
          </a:p>
        </p:txBody>
      </p:sp>
    </p:spTree>
    <p:extLst>
      <p:ext uri="{BB962C8B-B14F-4D97-AF65-F5344CB8AC3E}">
        <p14:creationId xmlns:p14="http://schemas.microsoft.com/office/powerpoint/2010/main" val="29829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DB49-514B-A85C-D46E-F5CF1428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C004B04-61D6-B51B-C6E1-5681EE6E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7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DA207E27-837E-DA7B-1D73-54769D7512E4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Prestito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3303E69-E20A-068C-2252-7474858A6736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73D043B-A5EC-20E5-00C1-B0A0A429AB17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637E8D33-F45A-2C26-6192-DC2D59C08736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Prestito deve avere: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3 attributi 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pubblicazionePrestata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di tipo Pubblicazione,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utenteAssegnatario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di tipo Utente, data scadenza 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3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Getter per gli attributi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Override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dei metodi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toString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(in modo che ritorni una stringa formattata contenente gli attributi) 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equals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(due Prestiti sono uguali se si riferiscono alla stessa pubblicazione)</a:t>
            </a:r>
          </a:p>
        </p:txBody>
      </p:sp>
    </p:spTree>
    <p:extLst>
      <p:ext uri="{BB962C8B-B14F-4D97-AF65-F5344CB8AC3E}">
        <p14:creationId xmlns:p14="http://schemas.microsoft.com/office/powerpoint/2010/main" val="218195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930B-45F2-ABD3-2D39-95C1F94BA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E56F1C-A880-4770-E45D-4594D1EF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8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0667927C-BE27-F937-17D1-EE099623C4E1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Biblioteca 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6D87D87-FE07-3A02-8CDC-BF966907F73A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4F61A094-99B9-B1B3-DF3F-0888C53F5374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13092CD8-6C7B-B150-5302-C29A420B5185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Biblioteca deve avere: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1 attributo (array dinamico di Prestiti)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senza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registraPrestito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(Prestito p) che aggiunge un prestito all’array. Il metodo lancia un’eccezione non controllata (da definire)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PubblicazioneGiaPrestataException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se la pubblicazione è già in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prestitò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50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E170-E55D-C6D8-CE33-03499959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DDFAAB-9237-3FA7-2984-DD0F65D3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9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7D2E8F5-139E-4879-3591-789AB387666B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Biblioteca 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A20F3A0-901A-7BC6-8149-838DF4CE8256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F0B1A91C-94A3-065C-16EA-5E6A6B4F1382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084F79B-56AC-DB8F-675E-D31755F32CA6}"/>
              </a:ext>
            </a:extLst>
          </p:cNvPr>
          <p:cNvSpPr txBox="1">
            <a:spLocks/>
          </p:cNvSpPr>
          <p:nvPr/>
        </p:nvSpPr>
        <p:spPr>
          <a:xfrm>
            <a:off x="838200" y="1515818"/>
            <a:ext cx="10515600" cy="45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isPubblicazionPrestata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codice) che verifica se la pubblicazione con codice passato come parametro è in prestito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Prestito[]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getPrestitiUtente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idUtente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) che ritorna un array contenente tutti i prestiti associati all’utente specificato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getNumeroPrestitiAttuali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() che ritorna i prestiti attualmente registrati</a:t>
            </a:r>
          </a:p>
        </p:txBody>
      </p:sp>
    </p:spTree>
    <p:extLst>
      <p:ext uri="{BB962C8B-B14F-4D97-AF65-F5344CB8AC3E}">
        <p14:creationId xmlns:p14="http://schemas.microsoft.com/office/powerpoint/2010/main" val="247524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457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Tema di Office</vt:lpstr>
      <vt:lpstr>Esercitazione 8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2026-05-06T15:49:12Z</dcterms:modified>
</cp:coreProperties>
</file>