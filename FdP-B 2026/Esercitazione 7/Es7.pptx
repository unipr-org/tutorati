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5" r:id="rId2"/>
    <p:sldId id="274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EB8"/>
    <a:srgbClr val="1B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lippo Bianchi" userId="7ab6c9c88ca9f8fa" providerId="LiveId" clId="{A6F63C33-B3C5-434A-BE4D-42238D658A96}"/>
    <pc:docChg chg="undo redo custSel addSld delSld modSld sldOrd">
      <pc:chgData name="Filippo Bianchi" userId="7ab6c9c88ca9f8fa" providerId="LiveId" clId="{A6F63C33-B3C5-434A-BE4D-42238D658A96}" dt="2026-04-29T15:30:34.436" v="9942" actId="20577"/>
      <pc:docMkLst>
        <pc:docMk/>
      </pc:docMkLst>
      <pc:sldChg chg="modSp mod">
        <pc:chgData name="Filippo Bianchi" userId="7ab6c9c88ca9f8fa" providerId="LiveId" clId="{A6F63C33-B3C5-434A-BE4D-42238D658A96}" dt="2026-04-28T14:49:52.181" v="7847" actId="20577"/>
        <pc:sldMkLst>
          <pc:docMk/>
          <pc:sldMk cId="352072517" sldId="265"/>
        </pc:sldMkLst>
        <pc:spChg chg="mod">
          <ac:chgData name="Filippo Bianchi" userId="7ab6c9c88ca9f8fa" providerId="LiveId" clId="{A6F63C33-B3C5-434A-BE4D-42238D658A96}" dt="2026-04-28T14:49:45.668" v="7843" actId="20577"/>
          <ac:spMkLst>
            <pc:docMk/>
            <pc:sldMk cId="352072517" sldId="265"/>
            <ac:spMk id="2" creationId="{AE67D6F4-8D50-FDE2-D5D9-E30C3D721F66}"/>
          </ac:spMkLst>
        </pc:spChg>
        <pc:spChg chg="mod">
          <ac:chgData name="Filippo Bianchi" userId="7ab6c9c88ca9f8fa" providerId="LiveId" clId="{A6F63C33-B3C5-434A-BE4D-42238D658A96}" dt="2026-04-28T14:49:52.181" v="7847" actId="20577"/>
          <ac:spMkLst>
            <pc:docMk/>
            <pc:sldMk cId="352072517" sldId="265"/>
            <ac:spMk id="3" creationId="{1EFAD03A-77BD-417C-815E-BCB510EC07C6}"/>
          </ac:spMkLst>
        </pc:spChg>
      </pc:sldChg>
      <pc:sldChg chg="addSp delSp modSp mod">
        <pc:chgData name="Filippo Bianchi" userId="7ab6c9c88ca9f8fa" providerId="LiveId" clId="{A6F63C33-B3C5-434A-BE4D-42238D658A96}" dt="2026-04-28T14:51:39.755" v="8156" actId="20577"/>
        <pc:sldMkLst>
          <pc:docMk/>
          <pc:sldMk cId="298742107" sldId="274"/>
        </pc:sldMkLst>
        <pc:spChg chg="add mod">
          <ac:chgData name="Filippo Bianchi" userId="7ab6c9c88ca9f8fa" providerId="LiveId" clId="{A6F63C33-B3C5-434A-BE4D-42238D658A96}" dt="2026-04-28T14:51:39.755" v="8156" actId="20577"/>
          <ac:spMkLst>
            <pc:docMk/>
            <pc:sldMk cId="298742107" sldId="274"/>
            <ac:spMk id="6" creationId="{45C0FC04-AE1C-1155-A7C1-B499DB1F25E9}"/>
          </ac:spMkLst>
        </pc:spChg>
        <pc:spChg chg="mod">
          <ac:chgData name="Filippo Bianchi" userId="7ab6c9c88ca9f8fa" providerId="LiveId" clId="{A6F63C33-B3C5-434A-BE4D-42238D658A96}" dt="2026-04-28T14:50:03.547" v="7866" actId="20577"/>
          <ac:spMkLst>
            <pc:docMk/>
            <pc:sldMk cId="298742107" sldId="274"/>
            <ac:spMk id="7" creationId="{FA47230B-4C77-AF0A-3762-13DA73539A5E}"/>
          </ac:spMkLst>
        </pc:spChg>
      </pc:sldChg>
      <pc:sldChg chg="modSp add mod">
        <pc:chgData name="Filippo Bianchi" userId="7ab6c9c88ca9f8fa" providerId="LiveId" clId="{A6F63C33-B3C5-434A-BE4D-42238D658A96}" dt="2026-04-29T14:39:13.431" v="9873" actId="20577"/>
        <pc:sldMkLst>
          <pc:docMk/>
          <pc:sldMk cId="3395807282" sldId="275"/>
        </pc:sldMkLst>
        <pc:spChg chg="mod">
          <ac:chgData name="Filippo Bianchi" userId="7ab6c9c88ca9f8fa" providerId="LiveId" clId="{A6F63C33-B3C5-434A-BE4D-42238D658A96}" dt="2026-04-29T14:39:13.431" v="9873" actId="20577"/>
          <ac:spMkLst>
            <pc:docMk/>
            <pc:sldMk cId="3395807282" sldId="275"/>
            <ac:spMk id="6" creationId="{9BFEFD27-6811-04FF-0582-DA7F4654C2B0}"/>
          </ac:spMkLst>
        </pc:spChg>
        <pc:spChg chg="mod">
          <ac:chgData name="Filippo Bianchi" userId="7ab6c9c88ca9f8fa" providerId="LiveId" clId="{A6F63C33-B3C5-434A-BE4D-42238D658A96}" dt="2026-04-29T12:17:35.870" v="8847" actId="20577"/>
          <ac:spMkLst>
            <pc:docMk/>
            <pc:sldMk cId="3395807282" sldId="275"/>
            <ac:spMk id="7" creationId="{47B92E96-273D-40FC-F3CB-4C5B04019320}"/>
          </ac:spMkLst>
        </pc:spChg>
      </pc:sldChg>
      <pc:sldChg chg="modSp add mod">
        <pc:chgData name="Filippo Bianchi" userId="7ab6c9c88ca9f8fa" providerId="LiveId" clId="{A6F63C33-B3C5-434A-BE4D-42238D658A96}" dt="2026-04-29T14:51:15.289" v="9898" actId="20577"/>
        <pc:sldMkLst>
          <pc:docMk/>
          <pc:sldMk cId="1641412606" sldId="276"/>
        </pc:sldMkLst>
        <pc:spChg chg="mod">
          <ac:chgData name="Filippo Bianchi" userId="7ab6c9c88ca9f8fa" providerId="LiveId" clId="{A6F63C33-B3C5-434A-BE4D-42238D658A96}" dt="2026-04-29T14:51:15.289" v="9898" actId="20577"/>
          <ac:spMkLst>
            <pc:docMk/>
            <pc:sldMk cId="1641412606" sldId="276"/>
            <ac:spMk id="6" creationId="{D6A1AC13-7A74-09C9-0F8C-92E47071F088}"/>
          </ac:spMkLst>
        </pc:spChg>
        <pc:spChg chg="mod">
          <ac:chgData name="Filippo Bianchi" userId="7ab6c9c88ca9f8fa" providerId="LiveId" clId="{A6F63C33-B3C5-434A-BE4D-42238D658A96}" dt="2026-04-29T12:17:43.117" v="8857" actId="20577"/>
          <ac:spMkLst>
            <pc:docMk/>
            <pc:sldMk cId="1641412606" sldId="276"/>
            <ac:spMk id="7" creationId="{98E576CE-F6F6-4595-6CA2-9448F0B7DDE6}"/>
          </ac:spMkLst>
        </pc:spChg>
      </pc:sldChg>
      <pc:sldChg chg="modSp add del mod">
        <pc:chgData name="Filippo Bianchi" userId="7ab6c9c88ca9f8fa" providerId="LiveId" clId="{A6F63C33-B3C5-434A-BE4D-42238D658A96}" dt="2026-04-28T14:49:38.376" v="7841" actId="2696"/>
        <pc:sldMkLst>
          <pc:docMk/>
          <pc:sldMk cId="3877509463" sldId="276"/>
        </pc:sldMkLst>
      </pc:sldChg>
      <pc:sldChg chg="modSp add mod">
        <pc:chgData name="Filippo Bianchi" userId="7ab6c9c88ca9f8fa" providerId="LiveId" clId="{A6F63C33-B3C5-434A-BE4D-42238D658A96}" dt="2026-04-29T15:01:55.014" v="9920" actId="20577"/>
        <pc:sldMkLst>
          <pc:docMk/>
          <pc:sldMk cId="3986200135" sldId="277"/>
        </pc:sldMkLst>
        <pc:spChg chg="mod">
          <ac:chgData name="Filippo Bianchi" userId="7ab6c9c88ca9f8fa" providerId="LiveId" clId="{A6F63C33-B3C5-434A-BE4D-42238D658A96}" dt="2026-04-29T15:01:55.014" v="9920" actId="20577"/>
          <ac:spMkLst>
            <pc:docMk/>
            <pc:sldMk cId="3986200135" sldId="277"/>
            <ac:spMk id="6" creationId="{CFAFB840-1435-FC62-D0F4-0E3C66E39564}"/>
          </ac:spMkLst>
        </pc:spChg>
        <pc:spChg chg="mod">
          <ac:chgData name="Filippo Bianchi" userId="7ab6c9c88ca9f8fa" providerId="LiveId" clId="{A6F63C33-B3C5-434A-BE4D-42238D658A96}" dt="2026-04-29T12:17:48.420" v="8863" actId="20577"/>
          <ac:spMkLst>
            <pc:docMk/>
            <pc:sldMk cId="3986200135" sldId="277"/>
            <ac:spMk id="7" creationId="{7A6CB9E1-DAF0-B8C8-54E0-F90EF41F34B5}"/>
          </ac:spMkLst>
        </pc:spChg>
      </pc:sldChg>
      <pc:sldChg chg="modSp add del mod">
        <pc:chgData name="Filippo Bianchi" userId="7ab6c9c88ca9f8fa" providerId="LiveId" clId="{A6F63C33-B3C5-434A-BE4D-42238D658A96}" dt="2026-04-29T12:17:22.917" v="8840" actId="2696"/>
        <pc:sldMkLst>
          <pc:docMk/>
          <pc:sldMk cId="1266622558" sldId="278"/>
        </pc:sldMkLst>
        <pc:spChg chg="mod">
          <ac:chgData name="Filippo Bianchi" userId="7ab6c9c88ca9f8fa" providerId="LiveId" clId="{A6F63C33-B3C5-434A-BE4D-42238D658A96}" dt="2026-04-28T14:59:01.310" v="8839" actId="20577"/>
          <ac:spMkLst>
            <pc:docMk/>
            <pc:sldMk cId="1266622558" sldId="278"/>
            <ac:spMk id="6" creationId="{75E9FF47-DBAD-ACC4-084B-490B3E6DF603}"/>
          </ac:spMkLst>
        </pc:spChg>
        <pc:spChg chg="mod">
          <ac:chgData name="Filippo Bianchi" userId="7ab6c9c88ca9f8fa" providerId="LiveId" clId="{A6F63C33-B3C5-434A-BE4D-42238D658A96}" dt="2026-04-28T14:58:36.707" v="8716" actId="20577"/>
          <ac:spMkLst>
            <pc:docMk/>
            <pc:sldMk cId="1266622558" sldId="278"/>
            <ac:spMk id="7" creationId="{509899E2-A345-1616-EEF8-D7892D462F6B}"/>
          </ac:spMkLst>
        </pc:spChg>
      </pc:sldChg>
      <pc:sldChg chg="modSp add mod">
        <pc:chgData name="Filippo Bianchi" userId="7ab6c9c88ca9f8fa" providerId="LiveId" clId="{A6F63C33-B3C5-434A-BE4D-42238D658A96}" dt="2026-04-29T15:30:34.436" v="9942" actId="20577"/>
        <pc:sldMkLst>
          <pc:docMk/>
          <pc:sldMk cId="2194580149" sldId="278"/>
        </pc:sldMkLst>
        <pc:spChg chg="mod">
          <ac:chgData name="Filippo Bianchi" userId="7ab6c9c88ca9f8fa" providerId="LiveId" clId="{A6F63C33-B3C5-434A-BE4D-42238D658A96}" dt="2026-04-29T15:30:34.436" v="9942" actId="20577"/>
          <ac:spMkLst>
            <pc:docMk/>
            <pc:sldMk cId="2194580149" sldId="278"/>
            <ac:spMk id="6" creationId="{894DC913-2036-8046-1FA4-C41F65340378}"/>
          </ac:spMkLst>
        </pc:spChg>
        <pc:spChg chg="mod">
          <ac:chgData name="Filippo Bianchi" userId="7ab6c9c88ca9f8fa" providerId="LiveId" clId="{A6F63C33-B3C5-434A-BE4D-42238D658A96}" dt="2026-04-29T12:31:28.797" v="9377" actId="20577"/>
          <ac:spMkLst>
            <pc:docMk/>
            <pc:sldMk cId="2194580149" sldId="278"/>
            <ac:spMk id="7" creationId="{CE2E2DCB-2DB5-6235-58C0-794D76127EB6}"/>
          </ac:spMkLst>
        </pc:spChg>
      </pc:sldChg>
      <pc:sldChg chg="modSp add del mod">
        <pc:chgData name="Filippo Bianchi" userId="7ab6c9c88ca9f8fa" providerId="LiveId" clId="{A6F63C33-B3C5-434A-BE4D-42238D658A96}" dt="2026-04-29T12:31:26.261" v="9375" actId="2696"/>
        <pc:sldMkLst>
          <pc:docMk/>
          <pc:sldMk cId="1602009000" sldId="279"/>
        </pc:sldMkLst>
        <pc:spChg chg="mod">
          <ac:chgData name="Filippo Bianchi" userId="7ab6c9c88ca9f8fa" providerId="LiveId" clId="{A6F63C33-B3C5-434A-BE4D-42238D658A96}" dt="2026-04-29T12:29:17.368" v="9373" actId="20577"/>
          <ac:spMkLst>
            <pc:docMk/>
            <pc:sldMk cId="1602009000" sldId="279"/>
            <ac:spMk id="6" creationId="{8A534DCE-6795-283E-5C55-90D90339FE51}"/>
          </ac:spMkLst>
        </pc:spChg>
        <pc:spChg chg="mod">
          <ac:chgData name="Filippo Bianchi" userId="7ab6c9c88ca9f8fa" providerId="LiveId" clId="{A6F63C33-B3C5-434A-BE4D-42238D658A96}" dt="2026-04-29T12:21:39.250" v="9021" actId="20577"/>
          <ac:spMkLst>
            <pc:docMk/>
            <pc:sldMk cId="1602009000" sldId="279"/>
            <ac:spMk id="7" creationId="{E86842CD-FECA-DB32-E3BD-849F7B8423BD}"/>
          </ac:spMkLst>
        </pc:spChg>
      </pc:sldChg>
      <pc:sldChg chg="modSp add del mod">
        <pc:chgData name="Filippo Bianchi" userId="7ab6c9c88ca9f8fa" providerId="LiveId" clId="{A6F63C33-B3C5-434A-BE4D-42238D658A96}" dt="2026-04-29T12:31:23.757" v="9374" actId="2696"/>
        <pc:sldMkLst>
          <pc:docMk/>
          <pc:sldMk cId="412253464" sldId="280"/>
        </pc:sldMkLst>
        <pc:spChg chg="mod">
          <ac:chgData name="Filippo Bianchi" userId="7ab6c9c88ca9f8fa" providerId="LiveId" clId="{A6F63C33-B3C5-434A-BE4D-42238D658A96}" dt="2026-04-29T12:28:33.707" v="9357" actId="20577"/>
          <ac:spMkLst>
            <pc:docMk/>
            <pc:sldMk cId="412253464" sldId="280"/>
            <ac:spMk id="7" creationId="{F569F567-225F-DCD4-A530-34A9B261587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7FD94-0997-4C93-A6CE-A4FCB29B8830}" type="datetimeFigureOut">
              <a:rPr lang="it-IT" smtClean="0"/>
              <a:t>29/04/2026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3FDCBA-3389-4351-A9E9-990B8316E6E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106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CBF432-8D0D-4BC5-D67F-9031ADC09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274B63D-B88D-2076-0EB1-BA24A39C71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F0C64-DA8E-D9A8-8FFA-F701321A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53689-04E0-4C33-BFEA-E58E3C916FA8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5D70F-FA08-9D4E-F1CD-095ECE2E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77E4602-F9C2-80C3-F003-8C2603C5C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713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C3857-1D73-DFD3-C670-941F63079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B294B1-26B1-6E6E-EF11-DC647C319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B7149A5-DAA9-0DE6-F318-8B74FED3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A62-FF50-42B4-ABD4-66BDF0377124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F597EB-3247-DDCA-5AE7-5E900D5B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FAD33D-2C81-FCFB-FB94-98F32B9A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72BD82-AACC-6F61-0F56-23FEB7CE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BBBB079-8175-29D8-A8D7-0D20444D3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9134F-359E-4A96-F452-61C03E53F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4BA82-4808-4936-8CB6-EF20EA68B75D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A5CEAB-79BE-6613-6600-76DF97A4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269BA5-69DF-F0AF-21BE-F6A851D46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127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FAAF04-ADC5-4BAF-9CD6-6C9C6FE3C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A0826F-70F3-B129-753C-CA9B8C8E9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563C0F3-35B4-5842-911F-A0C56BA10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73CFE9-DCB4-0820-B2A1-8D079EDE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77773-62F9-4EA2-B9DB-D166AA387877}" type="datetime1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DF24CAC-CEC0-803B-2507-88458A31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3B1132-7B72-BC44-08F0-99430388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0205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1D3D79-0350-5A0C-E53F-875030D9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746A6E-CAA0-B4DC-1BFD-2D1DD4D1E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68028BF-DFDB-A2A3-91BC-A74ECE83C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0DE10E-A394-839A-BF99-DE7F5AAA8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8BEEF79-02F9-BCF5-B2DD-41FB93DF1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E358408-8CF3-F071-8F82-DAEA6DC77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6202F-617E-4E96-8B77-B1CAF6769140}" type="datetime1">
              <a:rPr lang="it-IT" smtClean="0"/>
              <a:t>29/04/2026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2D4300-0AAB-1C1E-9867-907DED491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E2F267D-5FCE-5B6D-CFA2-C7768D06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967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F20A4-8F0D-24A0-5E4C-E9086DC1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B92559F-BA0A-6B54-A51B-EE378E88D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FFC50-70EB-4FBA-B8C6-7E8EB646E9C4}" type="datetime1">
              <a:rPr lang="it-IT" smtClean="0"/>
              <a:t>29/04/2026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AFAFD83-5F2F-09E6-5B6C-10BD6B2E9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4E7B290-6556-72EC-51E0-C2F9A37EB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993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A0A34A4A-EE4C-14A2-54F0-6688F8AFB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771AD-94E2-4929-BF21-F8B592FAD9D9}" type="datetime1">
              <a:rPr lang="it-IT" smtClean="0"/>
              <a:t>29/04/2026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A618F2B-2F01-5C15-5256-7DE54B9E5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059B575-594E-D512-3774-58631D0F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285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9C4AC0-A73B-9510-F4B6-AE6C7481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54E692-69E6-FD34-B594-270A38E43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5DFD80A-C361-D24F-82CA-92D3FC8F9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0350F5-717C-6730-A098-4E2D58AB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E6745-80CD-4BCD-A988-4DD72207293A}" type="datetime1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4A0A57-7FFF-B4C2-AB06-4A76E3B0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CCFF64-E772-0C6A-E32D-4542147AF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9368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C49A63-F0A0-83CC-7E68-A3BD50D0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A329495-8897-2136-E3BC-5DF0FB1746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093318C-1661-8150-5F13-EC47F6654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44E751B-0198-6F56-7DD0-5940EEDF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7F64A-0508-4C12-BEEE-45E8F03CD325}" type="datetime1">
              <a:rPr lang="it-IT" smtClean="0"/>
              <a:t>29/04/2026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B44081C-5FE8-2D5C-875E-E206186EB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BC94AE9-6CFA-FB25-6958-AF70B038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874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13708E-F041-79F0-6D9A-BB5C37981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368F925-1F2C-8F91-625C-D3ECBF011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222615-A4D5-3EF8-EE1A-D5158166A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1921-5445-4359-8CB1-FB6456A8095F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817F5F-E811-ADC0-92E4-4C0A3B09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0043E5-CB57-3315-9CCE-DB45BE21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985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35B12BF-0003-9E4A-2DB0-60EBE5881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3AD14D7-7711-EDD6-C498-0E6213854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8CA15C-C933-5953-0DDD-FD27193B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E373F-D2F5-45D1-81D5-E3F87BBD24F1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61603F-A252-B9FF-5018-2538081D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C66B1B7-2C3C-4A43-A950-A99DF6B1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311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808FE39-472C-923A-04F7-FF532131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315D358-2E47-591A-B319-7B5A5EE78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A33465-3C45-2520-FE5F-DA7FEF6B98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27F83-19ED-45B1-8786-F31B2BFCCE8E}" type="datetime1">
              <a:rPr lang="it-IT" smtClean="0"/>
              <a:t>29/04/2026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834576-1CB6-C27E-C7FF-0CC8A01EE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855CE6F-73DC-7700-6557-388B44ADA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BBA08-9429-4EA8-9637-B9613057FD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587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7D6F4-8D50-FDE2-D5D9-E30C3D721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03" y="3835431"/>
            <a:ext cx="8659183" cy="717699"/>
          </a:xfrm>
        </p:spPr>
        <p:txBody>
          <a:bodyPr>
            <a:normAutofit/>
          </a:bodyPr>
          <a:lstStyle/>
          <a:p>
            <a:r>
              <a:rPr lang="it-IT" sz="4000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Esercitazione 7</a:t>
            </a:r>
          </a:p>
        </p:txBody>
      </p:sp>
      <p:pic>
        <p:nvPicPr>
          <p:cNvPr id="7" name="Immagine 6" descr="Immagine che contiene testo, Carattere, Elementi grafici, logo&#10;&#10;Descrizione generata automaticamente">
            <a:extLst>
              <a:ext uri="{FF2B5EF4-FFF2-40B4-BE49-F238E27FC236}">
                <a16:creationId xmlns:a16="http://schemas.microsoft.com/office/drawing/2014/main" id="{D500C345-7681-8B88-2B1B-ED478614A1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288" y="165684"/>
            <a:ext cx="2549424" cy="23089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8A740-1111-5389-D9B0-13CDAFA90FE5}"/>
              </a:ext>
            </a:extLst>
          </p:cNvPr>
          <p:cNvSpPr txBox="1"/>
          <p:nvPr/>
        </p:nvSpPr>
        <p:spPr>
          <a:xfrm>
            <a:off x="601418" y="5804953"/>
            <a:ext cx="2910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Filippo Bianchi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A5603A3-FC54-AFB5-A9F2-F648FCE8B759}"/>
              </a:ext>
            </a:extLst>
          </p:cNvPr>
          <p:cNvSpPr txBox="1"/>
          <p:nvPr/>
        </p:nvSpPr>
        <p:spPr>
          <a:xfrm>
            <a:off x="2734245" y="2677645"/>
            <a:ext cx="672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solidFill>
                  <a:srgbClr val="005EB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Dipartimento di Scienze Matematiche, Fisiche ed </a:t>
            </a:r>
            <a:r>
              <a:rPr lang="it-IT" b="1" noProof="0" dirty="0">
                <a:solidFill>
                  <a:srgbClr val="1B69B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Informatiche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B31FC37-8140-33C8-F465-A55BF522B36D}"/>
              </a:ext>
            </a:extLst>
          </p:cNvPr>
          <p:cNvSpPr txBox="1"/>
          <p:nvPr/>
        </p:nvSpPr>
        <p:spPr>
          <a:xfrm>
            <a:off x="3677047" y="5804953"/>
            <a:ext cx="483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Tutorato Fondamenti di Programmazione B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C764BFC-E931-6C90-DE91-09A933180263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EFAD03A-77BD-417C-815E-BCB510EC07C6}"/>
              </a:ext>
            </a:extLst>
          </p:cNvPr>
          <p:cNvSpPr txBox="1"/>
          <p:nvPr/>
        </p:nvSpPr>
        <p:spPr>
          <a:xfrm>
            <a:off x="10030782" y="5809501"/>
            <a:ext cx="155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latin typeface="Cambria" panose="02040503050406030204" pitchFamily="18" charset="0"/>
                <a:ea typeface="Cambria" panose="02040503050406030204" pitchFamily="18" charset="0"/>
              </a:rPr>
              <a:t>29</a:t>
            </a:r>
            <a:r>
              <a:rPr lang="it-IT" b="1" u="sng" noProof="0" dirty="0">
                <a:latin typeface="Cambria" panose="02040503050406030204" pitchFamily="18" charset="0"/>
                <a:ea typeface="Cambria" panose="02040503050406030204" pitchFamily="18" charset="0"/>
              </a:rPr>
              <a:t>/04/2026</a:t>
            </a:r>
          </a:p>
        </p:txBody>
      </p:sp>
    </p:spTree>
    <p:extLst>
      <p:ext uri="{BB962C8B-B14F-4D97-AF65-F5344CB8AC3E}">
        <p14:creationId xmlns:p14="http://schemas.microsoft.com/office/powerpoint/2010/main" val="3520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D6CACD-8562-2097-A10C-8F47BF14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2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FA47230B-4C77-AF0A-3762-13DA73539A5E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Ereditariertà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8FA9913-C692-90FB-D410-386E136593B5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976A358-75A4-F888-28AB-D141D43350F9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45C0FC04-AE1C-1155-A7C1-B499DB1F25E9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Implementare le seguenti classi in c++, facendo attenzione a impostare correttamente la visibilità di attributi e metodi: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Studente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StudenteTriennale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StudenteMagistrale</a:t>
            </a: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42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6F94D-DCA2-FE61-ADB4-503E15CF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D7193AC-E449-791A-E207-428E3BC6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3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47B92E96-273D-40FC-F3CB-4C5B04019320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Es1 - Studente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10139BC8-2504-11E9-3D93-5A27B9DEC0FE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46938663-A22B-9221-A3A4-5FE382398866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9BFEFD27-6811-04FF-0582-DA7F4654C2B0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Studente deve avere i seguenti:</a:t>
            </a:r>
          </a:p>
          <a:p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Due attributi (nome, età)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Costruttore con 2 parametri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Metodo per stampare gli attributi </a:t>
            </a:r>
          </a:p>
        </p:txBody>
      </p:sp>
    </p:spTree>
    <p:extLst>
      <p:ext uri="{BB962C8B-B14F-4D97-AF65-F5344CB8AC3E}">
        <p14:creationId xmlns:p14="http://schemas.microsoft.com/office/powerpoint/2010/main" val="3395807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C1807-CA40-0164-F2B1-D6E62AA94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135D756-2B35-1600-BE83-2B8CD9C7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4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98E576CE-F6F6-4595-6CA2-9448F0B7DDE6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Es1 -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StudenteTriennale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48A52A9-E833-E8D9-770A-535843CE5F5E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0CB18687-005E-A891-4E58-827DDA913DAF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D6A1AC13-7A74-09C9-0F8C-92E47071F088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91632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StudenteTriennale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deve estendere Studente ed avere i seguenti: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Tre attributi (numero di matricola, corso di laurea, media voti)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Opportuni costruttori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del metodo di stampa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dell’operatore&lt; con parametro 1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StudenteTriennale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(ritorna vero se la media dello studente su cui è stata invocata è inferiore a quella del parametro, falso altrimenti)</a:t>
            </a:r>
          </a:p>
        </p:txBody>
      </p:sp>
    </p:spTree>
    <p:extLst>
      <p:ext uri="{BB962C8B-B14F-4D97-AF65-F5344CB8AC3E}">
        <p14:creationId xmlns:p14="http://schemas.microsoft.com/office/powerpoint/2010/main" val="164141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FB6CE-86B8-8CDE-BAB7-97C07597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FDDFD12-57A2-78E8-7CF9-FF7DD288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5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7A6CB9E1-DAF0-B8C8-54E0-F90EF41F34B5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Es1 - </a:t>
            </a:r>
            <a:r>
              <a:rPr lang="it-IT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StudenteMagistrale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 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906ED53E-E20C-05D9-5F36-1CC3926CF894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AB94A3A-78C1-B4D7-217E-7AD4A34143E6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FAFB840-1435-FC62-D0F4-0E3C66E39564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La classe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StudenteMagistrale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deve estendere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StudenteTriennale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ed avere i seguenti:</a:t>
            </a:r>
          </a:p>
          <a:p>
            <a:pPr marL="0" indent="0">
              <a:buNone/>
            </a:pPr>
            <a:endParaRPr lang="it-IT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Un attributo (specialistica)</a:t>
            </a:r>
          </a:p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Opportuni costruttori</a:t>
            </a:r>
          </a:p>
          <a:p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Overload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 del metodo di stampa</a:t>
            </a:r>
          </a:p>
        </p:txBody>
      </p:sp>
    </p:spTree>
    <p:extLst>
      <p:ext uri="{BB962C8B-B14F-4D97-AF65-F5344CB8AC3E}">
        <p14:creationId xmlns:p14="http://schemas.microsoft.com/office/powerpoint/2010/main" val="398620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01221-5F50-A3A7-F1EC-ABA5EE96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B340FC-E76D-DE3F-E5C0-9E29350CD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BA08-9429-4EA8-9637-B9613057FD71}" type="slidenum">
              <a:rPr lang="it-IT" noProof="0" smtClean="0"/>
              <a:t>6</a:t>
            </a:fld>
            <a:endParaRPr lang="it-IT" noProof="0" dirty="0"/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CE2E2DCB-2DB5-6235-58C0-794D76127EB6}"/>
              </a:ext>
            </a:extLst>
          </p:cNvPr>
          <p:cNvSpPr txBox="1">
            <a:spLocks/>
          </p:cNvSpPr>
          <p:nvPr/>
        </p:nvSpPr>
        <p:spPr>
          <a:xfrm>
            <a:off x="838200" y="223976"/>
            <a:ext cx="10515600" cy="776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Es2 – </a:t>
            </a:r>
            <a:r>
              <a:rPr lang="it-IT" b="1" dirty="0">
                <a:latin typeface="Cambria" panose="02040503050406030204" pitchFamily="18" charset="0"/>
                <a:ea typeface="Cambria" panose="02040503050406030204" pitchFamily="18" charset="0"/>
              </a:rPr>
              <a:t>Veicoli </a:t>
            </a:r>
            <a:r>
              <a:rPr lang="it-IT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(C++)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4BFD6C12-2AE5-A949-07E3-F58EAF8969F9}"/>
              </a:ext>
            </a:extLst>
          </p:cNvPr>
          <p:cNvSpPr/>
          <p:nvPr/>
        </p:nvSpPr>
        <p:spPr>
          <a:xfrm>
            <a:off x="0" y="6413074"/>
            <a:ext cx="12192000" cy="444926"/>
          </a:xfrm>
          <a:prstGeom prst="rect">
            <a:avLst/>
          </a:prstGeom>
          <a:solidFill>
            <a:srgbClr val="1B69B0"/>
          </a:solidFill>
          <a:ln>
            <a:solidFill>
              <a:srgbClr val="1B69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9" name="Segnaposto numero diapositiva 9">
            <a:extLst>
              <a:ext uri="{FF2B5EF4-FFF2-40B4-BE49-F238E27FC236}">
                <a16:creationId xmlns:a16="http://schemas.microsoft.com/office/drawing/2014/main" id="{DC53751B-4AAD-15D2-C70B-4742F065BB31}"/>
              </a:ext>
            </a:extLst>
          </p:cNvPr>
          <p:cNvSpPr txBox="1">
            <a:spLocks/>
          </p:cNvSpPr>
          <p:nvPr/>
        </p:nvSpPr>
        <p:spPr>
          <a:xfrm>
            <a:off x="5930303" y="6451461"/>
            <a:ext cx="3313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1800" b="1" noProof="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894DC913-2036-8046-1FA4-C41F65340378}"/>
              </a:ext>
            </a:extLst>
          </p:cNvPr>
          <p:cNvSpPr txBox="1">
            <a:spLocks/>
          </p:cNvSpPr>
          <p:nvPr/>
        </p:nvSpPr>
        <p:spPr>
          <a:xfrm>
            <a:off x="838200" y="1890115"/>
            <a:ext cx="10515600" cy="354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Modellare 4 classi, Veicolo, 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VeicoloMotorizzato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, Automobile e Camion.</a:t>
            </a:r>
          </a:p>
          <a:p>
            <a:pPr marL="0" indent="0">
              <a:buNone/>
            </a:pP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Inserire metodi e attributi opportuni all’interno delle classi opportune, decidere inoltre quali classi ereditano da quali altre e cosa aggiungono rispetto alle classi base.</a:t>
            </a:r>
          </a:p>
        </p:txBody>
      </p:sp>
    </p:spTree>
    <p:extLst>
      <p:ext uri="{BB962C8B-B14F-4D97-AF65-F5344CB8AC3E}">
        <p14:creationId xmlns:p14="http://schemas.microsoft.com/office/powerpoint/2010/main" val="21945801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225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</vt:lpstr>
      <vt:lpstr>Tema di Office</vt:lpstr>
      <vt:lpstr>Esercitazione 7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Filippo Bianchi</dc:creator>
  <cp:lastModifiedBy>Filippo Bianchi</cp:lastModifiedBy>
  <cp:revision>4</cp:revision>
  <dcterms:created xsi:type="dcterms:W3CDTF">2024-10-09T14:20:22Z</dcterms:created>
  <dcterms:modified xsi:type="dcterms:W3CDTF">2026-04-29T16:04:09Z</dcterms:modified>
</cp:coreProperties>
</file>