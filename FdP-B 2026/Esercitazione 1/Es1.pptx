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74" r:id="rId3"/>
    <p:sldId id="275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custSel addSld delSld modSld sldOrd">
      <pc:chgData name="Filippo Bianchi" userId="7ab6c9c88ca9f8fa" providerId="LiveId" clId="{A6F63C33-B3C5-434A-BE4D-42238D658A96}" dt="2026-03-11T15:49:56.104" v="5858" actId="20577"/>
      <pc:docMkLst>
        <pc:docMk/>
      </pc:docMkLst>
      <pc:sldChg chg="modSp mod">
        <pc:chgData name="Filippo Bianchi" userId="7ab6c9c88ca9f8fa" providerId="LiveId" clId="{A6F63C33-B3C5-434A-BE4D-42238D658A96}" dt="2026-03-02T15:27:53.305" v="4293" actId="1076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3-02T15:27:53.305" v="4293" actId="1076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3-02T15:00:26.196" v="3897" actId="115"/>
          <ac:spMkLst>
            <pc:docMk/>
            <pc:sldMk cId="352072517" sldId="265"/>
            <ac:spMk id="3" creationId="{1EFAD03A-77BD-417C-815E-BCB510EC07C6}"/>
          </ac:spMkLst>
        </pc:spChg>
        <pc:spChg chg="mod">
          <ac:chgData name="Filippo Bianchi" userId="7ab6c9c88ca9f8fa" providerId="LiveId" clId="{A6F63C33-B3C5-434A-BE4D-42238D658A96}" dt="2026-02-10T10:57:47.395" v="114" actId="790"/>
          <ac:spMkLst>
            <pc:docMk/>
            <pc:sldMk cId="352072517" sldId="265"/>
            <ac:spMk id="6" creationId="{DC764BFC-E931-6C90-DE91-09A933180263}"/>
          </ac:spMkLst>
        </pc:spChg>
        <pc:spChg chg="mod">
          <ac:chgData name="Filippo Bianchi" userId="7ab6c9c88ca9f8fa" providerId="LiveId" clId="{A6F63C33-B3C5-434A-BE4D-42238D658A96}" dt="2026-02-10T10:57:47.395" v="114" actId="790"/>
          <ac:spMkLst>
            <pc:docMk/>
            <pc:sldMk cId="352072517" sldId="265"/>
            <ac:spMk id="8" creationId="{3098A740-1111-5389-D9B0-13CDAFA90FE5}"/>
          </ac:spMkLst>
        </pc:spChg>
        <pc:spChg chg="mod">
          <ac:chgData name="Filippo Bianchi" userId="7ab6c9c88ca9f8fa" providerId="LiveId" clId="{A6F63C33-B3C5-434A-BE4D-42238D658A96}" dt="2026-02-10T10:57:47.395" v="114" actId="790"/>
          <ac:spMkLst>
            <pc:docMk/>
            <pc:sldMk cId="352072517" sldId="265"/>
            <ac:spMk id="9" creationId="{EA5603A3-FC54-AFB5-A9F2-F648FCE8B759}"/>
          </ac:spMkLst>
        </pc:spChg>
        <pc:spChg chg="mod">
          <ac:chgData name="Filippo Bianchi" userId="7ab6c9c88ca9f8fa" providerId="LiveId" clId="{A6F63C33-B3C5-434A-BE4D-42238D658A96}" dt="2026-03-02T15:00:00.030" v="3890" actId="1076"/>
          <ac:spMkLst>
            <pc:docMk/>
            <pc:sldMk cId="352072517" sldId="265"/>
            <ac:spMk id="11" creationId="{4B31FC37-8140-33C8-F465-A55BF522B36D}"/>
          </ac:spMkLst>
        </pc:spChg>
      </pc:sldChg>
      <pc:sldChg chg="addSp delSp modSp mod">
        <pc:chgData name="Filippo Bianchi" userId="7ab6c9c88ca9f8fa" providerId="LiveId" clId="{A6F63C33-B3C5-434A-BE4D-42238D658A96}" dt="2026-03-02T15:27:22.807" v="4288" actId="20577"/>
        <pc:sldMkLst>
          <pc:docMk/>
          <pc:sldMk cId="298742107" sldId="274"/>
        </pc:sldMkLst>
        <pc:spChg chg="mod">
          <ac:chgData name="Filippo Bianchi" userId="7ab6c9c88ca9f8fa" providerId="LiveId" clId="{A6F63C33-B3C5-434A-BE4D-42238D658A96}" dt="2026-02-10T10:57:47.395" v="114" actId="790"/>
          <ac:spMkLst>
            <pc:docMk/>
            <pc:sldMk cId="298742107" sldId="274"/>
            <ac:spMk id="4" creationId="{DAD6CACD-8562-2097-A10C-8F47BF142A0F}"/>
          </ac:spMkLst>
        </pc:spChg>
        <pc:spChg chg="add mod">
          <ac:chgData name="Filippo Bianchi" userId="7ab6c9c88ca9f8fa" providerId="LiveId" clId="{A6F63C33-B3C5-434A-BE4D-42238D658A96}" dt="2026-03-02T15:27:22.807" v="4288" actId="20577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3-02T15:14:26.398" v="3924" actId="20577"/>
          <ac:spMkLst>
            <pc:docMk/>
            <pc:sldMk cId="298742107" sldId="274"/>
            <ac:spMk id="7" creationId="{FA47230B-4C77-AF0A-3762-13DA73539A5E}"/>
          </ac:spMkLst>
        </pc:spChg>
        <pc:spChg chg="mod">
          <ac:chgData name="Filippo Bianchi" userId="7ab6c9c88ca9f8fa" providerId="LiveId" clId="{A6F63C33-B3C5-434A-BE4D-42238D658A96}" dt="2026-02-10T10:57:47.395" v="114" actId="790"/>
          <ac:spMkLst>
            <pc:docMk/>
            <pc:sldMk cId="298742107" sldId="274"/>
            <ac:spMk id="8" creationId="{28FA9913-C692-90FB-D410-386E136593B5}"/>
          </ac:spMkLst>
        </pc:spChg>
        <pc:spChg chg="mod">
          <ac:chgData name="Filippo Bianchi" userId="7ab6c9c88ca9f8fa" providerId="LiveId" clId="{A6F63C33-B3C5-434A-BE4D-42238D658A96}" dt="2026-02-10T10:57:47.395" v="114" actId="790"/>
          <ac:spMkLst>
            <pc:docMk/>
            <pc:sldMk cId="298742107" sldId="274"/>
            <ac:spMk id="9" creationId="{D976A358-75A4-F888-28AB-D141D43350F9}"/>
          </ac:spMkLst>
        </pc:spChg>
      </pc:sldChg>
      <pc:sldChg chg="addSp delSp modSp add mod">
        <pc:chgData name="Filippo Bianchi" userId="7ab6c9c88ca9f8fa" providerId="LiveId" clId="{A6F63C33-B3C5-434A-BE4D-42238D658A96}" dt="2026-03-02T15:35:06.138" v="5191" actId="1076"/>
        <pc:sldMkLst>
          <pc:docMk/>
          <pc:sldMk cId="2910124047" sldId="275"/>
        </pc:sldMkLst>
        <pc:spChg chg="add mod">
          <ac:chgData name="Filippo Bianchi" userId="7ab6c9c88ca9f8fa" providerId="LiveId" clId="{A6F63C33-B3C5-434A-BE4D-42238D658A96}" dt="2026-03-02T15:35:06.138" v="5191" actId="1076"/>
          <ac:spMkLst>
            <pc:docMk/>
            <pc:sldMk cId="2910124047" sldId="275"/>
            <ac:spMk id="2" creationId="{DC5803A8-DF02-5D0F-27AC-7E90BB68FC2F}"/>
          </ac:spMkLst>
        </pc:spChg>
        <pc:spChg chg="mod">
          <ac:chgData name="Filippo Bianchi" userId="7ab6c9c88ca9f8fa" providerId="LiveId" clId="{A6F63C33-B3C5-434A-BE4D-42238D658A96}" dt="2026-03-02T15:27:36.169" v="4291" actId="20577"/>
          <ac:spMkLst>
            <pc:docMk/>
            <pc:sldMk cId="2910124047" sldId="275"/>
            <ac:spMk id="9" creationId="{BA5504B3-A49E-88A9-AA76-2EC2A655C691}"/>
          </ac:spMkLst>
        </pc:spChg>
      </pc:sldChg>
      <pc:sldChg chg="addSp delSp modSp add mod ord">
        <pc:chgData name="Filippo Bianchi" userId="7ab6c9c88ca9f8fa" providerId="LiveId" clId="{A6F63C33-B3C5-434A-BE4D-42238D658A96}" dt="2026-03-02T15:35:28.531" v="5195" actId="1076"/>
        <pc:sldMkLst>
          <pc:docMk/>
          <pc:sldMk cId="813099382" sldId="276"/>
        </pc:sldMkLst>
        <pc:spChg chg="add del mod">
          <ac:chgData name="Filippo Bianchi" userId="7ab6c9c88ca9f8fa" providerId="LiveId" clId="{A6F63C33-B3C5-434A-BE4D-42238D658A96}" dt="2026-03-02T15:35:28.531" v="5195" actId="1076"/>
          <ac:spMkLst>
            <pc:docMk/>
            <pc:sldMk cId="813099382" sldId="276"/>
            <ac:spMk id="2" creationId="{EF15C9DB-EB51-2836-CDD3-62622B5AD00A}"/>
          </ac:spMkLst>
        </pc:spChg>
        <pc:spChg chg="add del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4" creationId="{687BADE8-0B79-EFD7-4002-0065585D5F18}"/>
          </ac:spMkLst>
        </pc:spChg>
        <pc:spChg chg="add del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7" creationId="{11260631-255D-77F1-791B-E3548C8582A3}"/>
          </ac:spMkLst>
        </pc:spChg>
        <pc:spChg chg="add del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8" creationId="{A1849606-BE8C-13E0-9106-D03D74BB3B04}"/>
          </ac:spMkLst>
        </pc:spChg>
        <pc:spChg chg="add del mod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9" creationId="{A81FA3BF-31CC-7867-9C7A-1546BB261554}"/>
          </ac:spMkLst>
        </pc:spChg>
      </pc:sldChg>
      <pc:sldChg chg="addSp delSp modSp add mod">
        <pc:chgData name="Filippo Bianchi" userId="7ab6c9c88ca9f8fa" providerId="LiveId" clId="{A6F63C33-B3C5-434A-BE4D-42238D658A96}" dt="2026-03-02T15:35:50.822" v="5201" actId="1076"/>
        <pc:sldMkLst>
          <pc:docMk/>
          <pc:sldMk cId="290778072" sldId="277"/>
        </pc:sldMkLst>
        <pc:spChg chg="add del mod">
          <ac:chgData name="Filippo Bianchi" userId="7ab6c9c88ca9f8fa" providerId="LiveId" clId="{A6F63C33-B3C5-434A-BE4D-42238D658A96}" dt="2026-03-02T15:35:50.822" v="5201" actId="1076"/>
          <ac:spMkLst>
            <pc:docMk/>
            <pc:sldMk cId="290778072" sldId="277"/>
            <ac:spMk id="2" creationId="{C41B1C0D-B890-13B5-3535-7FF48002A0CC}"/>
          </ac:spMkLst>
        </pc:spChg>
        <pc:spChg chg="mod">
          <ac:chgData name="Filippo Bianchi" userId="7ab6c9c88ca9f8fa" providerId="LiveId" clId="{A6F63C33-B3C5-434A-BE4D-42238D658A96}" dt="2026-03-02T15:35:35.849" v="5197" actId="20577"/>
          <ac:spMkLst>
            <pc:docMk/>
            <pc:sldMk cId="290778072" sldId="277"/>
            <ac:spMk id="9" creationId="{2C9409A1-D376-1673-B56D-CDBD89621D31}"/>
          </ac:spMkLst>
        </pc:spChg>
      </pc:sldChg>
      <pc:sldChg chg="addSp delSp modSp add mod">
        <pc:chgData name="Filippo Bianchi" userId="7ab6c9c88ca9f8fa" providerId="LiveId" clId="{A6F63C33-B3C5-434A-BE4D-42238D658A96}" dt="2026-03-11T15:49:56.104" v="5858" actId="20577"/>
        <pc:sldMkLst>
          <pc:docMk/>
          <pc:sldMk cId="2826619587" sldId="278"/>
        </pc:sldMkLst>
        <pc:spChg chg="add mod">
          <ac:chgData name="Filippo Bianchi" userId="7ab6c9c88ca9f8fa" providerId="LiveId" clId="{A6F63C33-B3C5-434A-BE4D-42238D658A96}" dt="2026-03-11T15:49:56.104" v="5858" actId="20577"/>
          <ac:spMkLst>
            <pc:docMk/>
            <pc:sldMk cId="2826619587" sldId="278"/>
            <ac:spMk id="3" creationId="{616E7830-1F67-1AFF-7EC5-95F7853EB74D}"/>
          </ac:spMkLst>
        </pc:spChg>
        <pc:spChg chg="mod">
          <ac:chgData name="Filippo Bianchi" userId="7ab6c9c88ca9f8fa" providerId="LiveId" clId="{A6F63C33-B3C5-434A-BE4D-42238D658A96}" dt="2026-03-02T15:35:54.863" v="5204" actId="20577"/>
          <ac:spMkLst>
            <pc:docMk/>
            <pc:sldMk cId="2826619587" sldId="278"/>
            <ac:spMk id="9" creationId="{7E2EE49F-CF86-5097-61E3-778EA70E4F00}"/>
          </ac:spMkLst>
        </pc:spChg>
      </pc:sldChg>
      <pc:sldChg chg="modSp add mod">
        <pc:chgData name="Filippo Bianchi" userId="7ab6c9c88ca9f8fa" providerId="LiveId" clId="{A6F63C33-B3C5-434A-BE4D-42238D658A96}" dt="2026-03-02T15:39:50.087" v="5784" actId="1076"/>
        <pc:sldMkLst>
          <pc:docMk/>
          <pc:sldMk cId="3963389170" sldId="279"/>
        </pc:sldMkLst>
        <pc:spChg chg="mod">
          <ac:chgData name="Filippo Bianchi" userId="7ab6c9c88ca9f8fa" providerId="LiveId" clId="{A6F63C33-B3C5-434A-BE4D-42238D658A96}" dt="2026-03-02T15:39:50.087" v="5784" actId="1076"/>
          <ac:spMkLst>
            <pc:docMk/>
            <pc:sldMk cId="3963389170" sldId="279"/>
            <ac:spMk id="3" creationId="{6D9E6F65-A051-9088-DBE2-5BA48CCE28E1}"/>
          </ac:spMkLst>
        </pc:spChg>
        <pc:spChg chg="mod">
          <ac:chgData name="Filippo Bianchi" userId="7ab6c9c88ca9f8fa" providerId="LiveId" clId="{A6F63C33-B3C5-434A-BE4D-42238D658A96}" dt="2026-03-02T15:38:31.863" v="5582" actId="20577"/>
          <ac:spMkLst>
            <pc:docMk/>
            <pc:sldMk cId="3963389170" sldId="279"/>
            <ac:spMk id="9" creationId="{2AF778A6-6541-3833-CEC2-26C6F4D556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11/03/2026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11/03/2026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11/03/2026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1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04/03/2026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una classe chiamata Prodotto. La classe deve gestire: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Codice identificativo univoco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Nome del prodotto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Prezzo unitario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Quantità disponibile in magazzino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Stato di disponibilità (derivato dalla quantità)</a:t>
            </a: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62B0-FCA8-A53B-AEE8-C7C6A855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7EC21D-F838-4088-E76B-28500A8E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B7CB2CC-86DC-9081-A0DB-C75A0B071691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CCD109F-3CEF-DE8D-9198-5F6852AE9269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BA5504B3-A49E-88A9-AA76-2EC2A655C691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DC5803A8-DF02-5D0F-27AC-7E90BB68FC2F}"/>
              </a:ext>
            </a:extLst>
          </p:cNvPr>
          <p:cNvSpPr txBox="1">
            <a:spLocks/>
          </p:cNvSpPr>
          <p:nvPr/>
        </p:nvSpPr>
        <p:spPr>
          <a:xfrm>
            <a:off x="838200" y="1933101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di default che inizializza i valori vuoti/0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parametrico che accetta solo codice e nome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parametrico che accetta codice, nome, prezzo e quantità (opzionale)</a:t>
            </a:r>
          </a:p>
        </p:txBody>
      </p:sp>
    </p:spTree>
    <p:extLst>
      <p:ext uri="{BB962C8B-B14F-4D97-AF65-F5344CB8AC3E}">
        <p14:creationId xmlns:p14="http://schemas.microsoft.com/office/powerpoint/2010/main" val="291012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3290-12F2-4815-2AE7-9DB5FFBB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7BADE8-0B79-EFD7-4002-0065585D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4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11260631-255D-77F1-791B-E3548C8582A3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1849606-BE8C-13E0-9106-D03D74BB3B04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A81FA3BF-31CC-7867-9C7A-1546BB261554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EF15C9DB-EB51-2836-CDD3-62622B5AD00A}"/>
              </a:ext>
            </a:extLst>
          </p:cNvPr>
          <p:cNvSpPr txBox="1">
            <a:spLocks/>
          </p:cNvSpPr>
          <p:nvPr/>
        </p:nvSpPr>
        <p:spPr>
          <a:xfrm>
            <a:off x="838200" y="1904739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Gli attributi devono essere privati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getter/setter per gli attributi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 metodi getter devono essere dichiarati come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const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 metodi setter devono includere validazione</a:t>
            </a:r>
          </a:p>
        </p:txBody>
      </p:sp>
    </p:spTree>
    <p:extLst>
      <p:ext uri="{BB962C8B-B14F-4D97-AF65-F5344CB8AC3E}">
        <p14:creationId xmlns:p14="http://schemas.microsoft.com/office/powerpoint/2010/main" val="81309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E83B-8B16-7065-D1FB-424A20FD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AD3136-0A31-4953-032E-C9808F00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5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FC378EF-7373-51C4-85AB-D86F7F4AFD12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03C54BC-08C1-98EC-96D7-A190979E2E61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C9409A1-D376-1673-B56D-CDBD89621D31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C41B1C0D-B890-13B5-3535-7FF48002A0CC}"/>
              </a:ext>
            </a:extLst>
          </p:cNvPr>
          <p:cNvSpPr txBox="1">
            <a:spLocks/>
          </p:cNvSpPr>
          <p:nvPr/>
        </p:nvSpPr>
        <p:spPr>
          <a:xfrm>
            <a:off x="838200" y="1876377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due metodi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aggiungiQuantità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Uno senza parametri (che incrementa di 1 la quantità)</a:t>
            </a:r>
          </a:p>
          <a:p>
            <a:pPr lvl="1"/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Uno con un parametro intero (incrementa del valore del parametro) 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Fare la stessa cosa per il metodo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rimuoviQuantità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D4BA-A3CC-F740-F8A0-CA036D00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272286-035E-B7B2-2C74-948D95BB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6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CB4886F-5BF8-205C-2B80-537F9FB56228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2A5D010-1FE6-F6FB-149C-3BC8804C5727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7E2EE49F-CF86-5097-61E3-778EA70E4F00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6E7830-1F67-1AFF-7EC5-95F7853EB74D}"/>
              </a:ext>
            </a:extLst>
          </p:cNvPr>
          <p:cNvSpPr txBox="1">
            <a:spLocks/>
          </p:cNvSpPr>
          <p:nvPr/>
        </p:nvSpPr>
        <p:spPr>
          <a:xfrm>
            <a:off x="838200" y="1876377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l’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overload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seguenti operatori: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Operatore di output (&lt;&lt;) che stampi le informazioni del prodotto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Operatore di somma (+) che combina due prodotti che hanno lo stesso codice, somma la quantità dei prodotti e ritorna un nuovo oggetto Prodotto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Operatori di confronto (==, !=) ritorna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se hanno lo stesso id, false altrimenti</a:t>
            </a:r>
          </a:p>
        </p:txBody>
      </p:sp>
    </p:spTree>
    <p:extLst>
      <p:ext uri="{BB962C8B-B14F-4D97-AF65-F5344CB8AC3E}">
        <p14:creationId xmlns:p14="http://schemas.microsoft.com/office/powerpoint/2010/main" val="282661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D3A50-BC30-AF0B-745C-D35C818E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4FA7F6-9C2D-E169-F8B3-01372FF4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7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3FA5E0E6-55EC-19BB-B46E-17367F783A73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1AEAD87-DCD4-F619-957C-E886714CD24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AF778A6-6541-3833-CEC2-26C6F4D55667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9E6F65-A051-9088-DBE2-5BA48CCE28E1}"/>
              </a:ext>
            </a:extLst>
          </p:cNvPr>
          <p:cNvSpPr txBox="1">
            <a:spLocks/>
          </p:cNvSpPr>
          <p:nvPr/>
        </p:nvSpPr>
        <p:spPr>
          <a:xfrm>
            <a:off x="838200" y="1876377"/>
            <a:ext cx="10515600" cy="1141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Modificare l’implementazione della classe aggiungendo una corretta gestione di errori ed eccezioni tramite i costrutti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try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/catch</a:t>
            </a:r>
          </a:p>
        </p:txBody>
      </p:sp>
    </p:spTree>
    <p:extLst>
      <p:ext uri="{BB962C8B-B14F-4D97-AF65-F5344CB8AC3E}">
        <p14:creationId xmlns:p14="http://schemas.microsoft.com/office/powerpoint/2010/main" val="3963389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</TotalTime>
  <Words>263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</vt:lpstr>
      <vt:lpstr>Tema di Office</vt:lpstr>
      <vt:lpstr>Esercitazione 1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3</cp:revision>
  <dcterms:created xsi:type="dcterms:W3CDTF">2024-10-09T14:20:22Z</dcterms:created>
  <dcterms:modified xsi:type="dcterms:W3CDTF">2026-03-11T15:50:04Z</dcterms:modified>
</cp:coreProperties>
</file>