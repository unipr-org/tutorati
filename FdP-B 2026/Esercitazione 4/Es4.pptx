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74" r:id="rId3"/>
    <p:sldId id="275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9A6356-EEF1-4BFE-9A11-C772282A1759}" v="3" dt="2026-03-25T15:03:32.7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custSel addSld delSld modSld sldOrd">
      <pc:chgData name="Filippo Bianchi" userId="7ab6c9c88ca9f8fa" providerId="LiveId" clId="{A6F63C33-B3C5-434A-BE4D-42238D658A96}" dt="2026-03-25T17:10:22.106" v="6655" actId="20577"/>
      <pc:docMkLst>
        <pc:docMk/>
      </pc:docMkLst>
      <pc:sldChg chg="modSp mod">
        <pc:chgData name="Filippo Bianchi" userId="7ab6c9c88ca9f8fa" providerId="LiveId" clId="{A6F63C33-B3C5-434A-BE4D-42238D658A96}" dt="2026-03-02T15:27:53.305" v="4293" actId="1076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3-02T15:27:53.305" v="4293" actId="1076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3-02T15:00:26.196" v="3897" actId="115"/>
          <ac:spMkLst>
            <pc:docMk/>
            <pc:sldMk cId="352072517" sldId="265"/>
            <ac:spMk id="3" creationId="{1EFAD03A-77BD-417C-815E-BCB510EC07C6}"/>
          </ac:spMkLst>
        </pc:spChg>
        <pc:spChg chg="mod">
          <ac:chgData name="Filippo Bianchi" userId="7ab6c9c88ca9f8fa" providerId="LiveId" clId="{A6F63C33-B3C5-434A-BE4D-42238D658A96}" dt="2026-03-02T15:00:00.030" v="3890" actId="1076"/>
          <ac:spMkLst>
            <pc:docMk/>
            <pc:sldMk cId="352072517" sldId="265"/>
            <ac:spMk id="11" creationId="{4B31FC37-8140-33C8-F465-A55BF522B36D}"/>
          </ac:spMkLst>
        </pc:spChg>
      </pc:sldChg>
      <pc:sldChg chg="addSp delSp modSp mod">
        <pc:chgData name="Filippo Bianchi" userId="7ab6c9c88ca9f8fa" providerId="LiveId" clId="{A6F63C33-B3C5-434A-BE4D-42238D658A96}" dt="2026-03-25T15:04:27.341" v="6557" actId="255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3-25T15:04:27.341" v="6557" actId="255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3-25T15:03:05.572" v="6484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addSp delSp modSp add del mod">
        <pc:chgData name="Filippo Bianchi" userId="7ab6c9c88ca9f8fa" providerId="LiveId" clId="{A6F63C33-B3C5-434A-BE4D-42238D658A96}" dt="2026-03-25T13:52:48.298" v="6031" actId="2696"/>
        <pc:sldMkLst>
          <pc:docMk/>
          <pc:sldMk cId="2910124047" sldId="275"/>
        </pc:sldMkLst>
        <pc:spChg chg="add mod">
          <ac:chgData name="Filippo Bianchi" userId="7ab6c9c88ca9f8fa" providerId="LiveId" clId="{A6F63C33-B3C5-434A-BE4D-42238D658A96}" dt="2026-03-25T13:52:38.293" v="6030" actId="20577"/>
          <ac:spMkLst>
            <pc:docMk/>
            <pc:sldMk cId="2910124047" sldId="275"/>
            <ac:spMk id="2" creationId="{DC5803A8-DF02-5D0F-27AC-7E90BB68FC2F}"/>
          </ac:spMkLst>
        </pc:spChg>
        <pc:spChg chg="mod">
          <ac:chgData name="Filippo Bianchi" userId="7ab6c9c88ca9f8fa" providerId="LiveId" clId="{A6F63C33-B3C5-434A-BE4D-42238D658A96}" dt="2026-03-25T13:52:26.243" v="5959" actId="20577"/>
          <ac:spMkLst>
            <pc:docMk/>
            <pc:sldMk cId="2910124047" sldId="275"/>
            <ac:spMk id="7" creationId="{EB7CB2CC-86DC-9081-A0DB-C75A0B071691}"/>
          </ac:spMkLst>
        </pc:spChg>
      </pc:sldChg>
      <pc:sldChg chg="modSp add mod">
        <pc:chgData name="Filippo Bianchi" userId="7ab6c9c88ca9f8fa" providerId="LiveId" clId="{A6F63C33-B3C5-434A-BE4D-42238D658A96}" dt="2026-03-25T17:10:22.106" v="6655" actId="20577"/>
        <pc:sldMkLst>
          <pc:docMk/>
          <pc:sldMk cId="4103860371" sldId="275"/>
        </pc:sldMkLst>
        <pc:spChg chg="mod">
          <ac:chgData name="Filippo Bianchi" userId="7ab6c9c88ca9f8fa" providerId="LiveId" clId="{A6F63C33-B3C5-434A-BE4D-42238D658A96}" dt="2026-03-25T17:10:22.106" v="6655" actId="20577"/>
          <ac:spMkLst>
            <pc:docMk/>
            <pc:sldMk cId="4103860371" sldId="275"/>
            <ac:spMk id="6" creationId="{397A8001-4F29-BDD0-AD61-A5C94F09EF9B}"/>
          </ac:spMkLst>
        </pc:spChg>
        <pc:spChg chg="mod">
          <ac:chgData name="Filippo Bianchi" userId="7ab6c9c88ca9f8fa" providerId="LiveId" clId="{A6F63C33-B3C5-434A-BE4D-42238D658A96}" dt="2026-03-25T15:03:20.277" v="6505" actId="20577"/>
          <ac:spMkLst>
            <pc:docMk/>
            <pc:sldMk cId="4103860371" sldId="275"/>
            <ac:spMk id="7" creationId="{3CAD2568-366F-067D-685E-94AEF5C9739B}"/>
          </ac:spMkLst>
        </pc:spChg>
      </pc:sldChg>
      <pc:sldChg chg="addSp delSp modSp add del mod ord">
        <pc:chgData name="Filippo Bianchi" userId="7ab6c9c88ca9f8fa" providerId="LiveId" clId="{A6F63C33-B3C5-434A-BE4D-42238D658A96}" dt="2026-03-25T13:51:46.070" v="5860" actId="2696"/>
        <pc:sldMkLst>
          <pc:docMk/>
          <pc:sldMk cId="813099382" sldId="276"/>
        </pc:sldMkLst>
        <pc:spChg chg="add del mod">
          <ac:chgData name="Filippo Bianchi" userId="7ab6c9c88ca9f8fa" providerId="LiveId" clId="{A6F63C33-B3C5-434A-BE4D-42238D658A96}" dt="2026-03-24T16:09:21.505" v="5859" actId="20577"/>
          <ac:spMkLst>
            <pc:docMk/>
            <pc:sldMk cId="813099382" sldId="276"/>
            <ac:spMk id="2" creationId="{EF15C9DB-EB51-2836-CDD3-62622B5AD00A}"/>
          </ac:spMkLst>
        </pc:spChg>
      </pc:sldChg>
      <pc:sldChg chg="addSp delSp modSp add del mod">
        <pc:chgData name="Filippo Bianchi" userId="7ab6c9c88ca9f8fa" providerId="LiveId" clId="{A6F63C33-B3C5-434A-BE4D-42238D658A96}" dt="2026-03-25T13:51:46.070" v="5860" actId="2696"/>
        <pc:sldMkLst>
          <pc:docMk/>
          <pc:sldMk cId="290778072" sldId="277"/>
        </pc:sldMkLst>
      </pc:sldChg>
      <pc:sldChg chg="del">
        <pc:chgData name="Filippo Bianchi" userId="7ab6c9c88ca9f8fa" providerId="LiveId" clId="{A6F63C33-B3C5-434A-BE4D-42238D658A96}" dt="2026-03-25T13:51:46.070" v="5860" actId="2696"/>
        <pc:sldMkLst>
          <pc:docMk/>
          <pc:sldMk cId="2536155602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25/03/2026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25/03/2026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25/03/2026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25/03/2026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25/03/2026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25/03/2026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4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latin typeface="Cambria" panose="02040503050406030204" pitchFamily="18" charset="0"/>
                <a:ea typeface="Cambria" panose="02040503050406030204" pitchFamily="18" charset="0"/>
              </a:rPr>
              <a:t>25</a:t>
            </a:r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/03/2026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Classi Data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 (Java)</a:t>
            </a:r>
            <a:endParaRPr lang="it-IT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4424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Data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Costruttore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vuoto e con 3 parametri (giorno, mese, anno)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Metodo per leggere data da </a:t>
            </a:r>
            <a:r>
              <a:rPr lang="it-IT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std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 input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Metodo di stampa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Validazione data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F78F3-B1D9-B925-D9DE-76230DB12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390A167-CC1C-B1C2-FF54-0B94A885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3CAD2568-366F-067D-685E-94AEF5C9739B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Classe Razionale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 (Java)</a:t>
            </a:r>
            <a:endParaRPr lang="it-IT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08C011A-9937-2547-282F-8A8FB0298E26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25D275CC-BE91-8B78-513F-134E01B6B3C8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397A8001-4F29-BDD0-AD61-A5C94F09EF9B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44248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Razionale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</a:rPr>
              <a:t>Costruttore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vuoto e con 2 parametri (numeratore, denominatore)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Metodo per leggere razionali da </a:t>
            </a:r>
            <a:r>
              <a:rPr lang="it-IT" sz="3200" dirty="0" err="1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std</a:t>
            </a:r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 input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Metodo di stampa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Metodo somma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Validazione razionale</a:t>
            </a:r>
          </a:p>
          <a:p>
            <a:pPr lvl="1"/>
            <a:r>
              <a:rPr lang="it-IT" sz="3200" dirty="0">
                <a:latin typeface="Cambria" panose="02040503050406030204" pitchFamily="18" charset="0"/>
                <a:ea typeface="Cambria" panose="02040503050406030204" pitchFamily="18" charset="0"/>
                <a:sym typeface="Wingdings" panose="05000000000000000000" pitchFamily="2" charset="2"/>
              </a:rPr>
              <a:t>Metodo semplifica</a:t>
            </a:r>
            <a:endParaRPr lang="it-IT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8603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</TotalTime>
  <Words>86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</vt:lpstr>
      <vt:lpstr>Tema di Office</vt:lpstr>
      <vt:lpstr>Esercitazione 4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2026-03-25T17:10:31Z</dcterms:modified>
</cp:coreProperties>
</file>