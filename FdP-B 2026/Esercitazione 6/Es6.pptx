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74" r:id="rId3"/>
    <p:sldId id="276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7B98B-A16C-47B0-B05A-3DBE27FA47EE}" v="1" dt="2026-04-14T14:26:53.6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redo custSel addSld delSld modSld sldOrd">
      <pc:chgData name="Filippo Bianchi" userId="7ab6c9c88ca9f8fa" providerId="LiveId" clId="{A6F63C33-B3C5-434A-BE4D-42238D658A96}" dt="2026-04-14T14:51:00.046" v="7840" actId="20577"/>
      <pc:docMkLst>
        <pc:docMk/>
      </pc:docMkLst>
      <pc:sldChg chg="modSp mod">
        <pc:chgData name="Filippo Bianchi" userId="7ab6c9c88ca9f8fa" providerId="LiveId" clId="{A6F63C33-B3C5-434A-BE4D-42238D658A96}" dt="2026-04-14T14:03:08.207" v="6418" actId="20577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4-14T14:02:44.278" v="6414" actId="20577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4-14T14:03:08.207" v="6418" actId="20577"/>
          <ac:spMkLst>
            <pc:docMk/>
            <pc:sldMk cId="352072517" sldId="265"/>
            <ac:spMk id="3" creationId="{1EFAD03A-77BD-417C-815E-BCB510EC07C6}"/>
          </ac:spMkLst>
        </pc:spChg>
      </pc:sldChg>
      <pc:sldChg chg="addSp delSp modSp mod">
        <pc:chgData name="Filippo Bianchi" userId="7ab6c9c88ca9f8fa" providerId="LiveId" clId="{A6F63C33-B3C5-434A-BE4D-42238D658A96}" dt="2026-04-14T14:25:56.939" v="6489" actId="20577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4-14T14:25:56.939" v="6489" actId="20577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4-14T14:01:15.649" v="6068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addSp delSp modSp add del mod">
        <pc:chgData name="Filippo Bianchi" userId="7ab6c9c88ca9f8fa" providerId="LiveId" clId="{A6F63C33-B3C5-434A-BE4D-42238D658A96}" dt="2026-04-14T14:50:59.550" v="7839" actId="2696"/>
        <pc:sldMkLst>
          <pc:docMk/>
          <pc:sldMk cId="461353310" sldId="275"/>
        </pc:sldMkLst>
        <pc:spChg chg="add del mod">
          <ac:chgData name="Filippo Bianchi" userId="7ab6c9c88ca9f8fa" providerId="LiveId" clId="{A6F63C33-B3C5-434A-BE4D-42238D658A96}" dt="2026-04-14T14:27:00.510" v="6585" actId="478"/>
          <ac:spMkLst>
            <pc:docMk/>
            <pc:sldMk cId="461353310" sldId="275"/>
            <ac:spMk id="2" creationId="{75F5306C-D84C-1E9B-F740-BDECC3D24520}"/>
          </ac:spMkLst>
        </pc:spChg>
        <pc:spChg chg="mod">
          <ac:chgData name="Filippo Bianchi" userId="7ab6c9c88ca9f8fa" providerId="LiveId" clId="{A6F63C33-B3C5-434A-BE4D-42238D658A96}" dt="2026-04-14T14:31:14.060" v="7063" actId="27636"/>
          <ac:spMkLst>
            <pc:docMk/>
            <pc:sldMk cId="461353310" sldId="275"/>
            <ac:spMk id="6" creationId="{BDB5434F-93B6-0029-1158-AA42381096D0}"/>
          </ac:spMkLst>
        </pc:spChg>
        <pc:spChg chg="mod">
          <ac:chgData name="Filippo Bianchi" userId="7ab6c9c88ca9f8fa" providerId="LiveId" clId="{A6F63C33-B3C5-434A-BE4D-42238D658A96}" dt="2026-04-14T14:26:48.202" v="6581" actId="20577"/>
          <ac:spMkLst>
            <pc:docMk/>
            <pc:sldMk cId="461353310" sldId="275"/>
            <ac:spMk id="7" creationId="{2EF75707-0DB3-87A7-459E-15142D73CC9D}"/>
          </ac:spMkLst>
        </pc:spChg>
        <pc:spChg chg="mod">
          <ac:chgData name="Filippo Bianchi" userId="7ab6c9c88ca9f8fa" providerId="LiveId" clId="{A6F63C33-B3C5-434A-BE4D-42238D658A96}" dt="2026-04-14T14:25:35.047" v="6421" actId="20577"/>
          <ac:spMkLst>
            <pc:docMk/>
            <pc:sldMk cId="461353310" sldId="275"/>
            <ac:spMk id="9" creationId="{8A7CB635-5C10-8F20-B2C0-122F4A53E5BB}"/>
          </ac:spMkLst>
        </pc:spChg>
      </pc:sldChg>
      <pc:sldChg chg="addSp delSp modSp add del mod">
        <pc:chgData name="Filippo Bianchi" userId="7ab6c9c88ca9f8fa" providerId="LiveId" clId="{A6F63C33-B3C5-434A-BE4D-42238D658A96}" dt="2026-04-14T14:01:12.086" v="6059" actId="2696"/>
        <pc:sldMkLst>
          <pc:docMk/>
          <pc:sldMk cId="2910124047" sldId="275"/>
        </pc:sldMkLst>
      </pc:sldChg>
      <pc:sldChg chg="addSp delSp modSp add del mod ord">
        <pc:chgData name="Filippo Bianchi" userId="7ab6c9c88ca9f8fa" providerId="LiveId" clId="{A6F63C33-B3C5-434A-BE4D-42238D658A96}" dt="2026-04-14T14:01:12.086" v="6059" actId="2696"/>
        <pc:sldMkLst>
          <pc:docMk/>
          <pc:sldMk cId="813099382" sldId="276"/>
        </pc:sldMkLst>
      </pc:sldChg>
      <pc:sldChg chg="modSp add mod">
        <pc:chgData name="Filippo Bianchi" userId="7ab6c9c88ca9f8fa" providerId="LiveId" clId="{A6F63C33-B3C5-434A-BE4D-42238D658A96}" dt="2026-04-14T14:51:00.046" v="7840" actId="20577"/>
        <pc:sldMkLst>
          <pc:docMk/>
          <pc:sldMk cId="3877509463" sldId="276"/>
        </pc:sldMkLst>
        <pc:spChg chg="mod">
          <ac:chgData name="Filippo Bianchi" userId="7ab6c9c88ca9f8fa" providerId="LiveId" clId="{A6F63C33-B3C5-434A-BE4D-42238D658A96}" dt="2026-04-14T14:51:00.046" v="7840" actId="20577"/>
          <ac:spMkLst>
            <pc:docMk/>
            <pc:sldMk cId="3877509463" sldId="276"/>
            <ac:spMk id="6" creationId="{5F2BBE73-BB5F-013C-6D67-37437203E055}"/>
          </ac:spMkLst>
        </pc:spChg>
      </pc:sldChg>
      <pc:sldChg chg="addSp delSp modSp add del mod">
        <pc:chgData name="Filippo Bianchi" userId="7ab6c9c88ca9f8fa" providerId="LiveId" clId="{A6F63C33-B3C5-434A-BE4D-42238D658A96}" dt="2026-04-14T14:01:12.086" v="6059" actId="2696"/>
        <pc:sldMkLst>
          <pc:docMk/>
          <pc:sldMk cId="290778072" sldId="277"/>
        </pc:sldMkLst>
      </pc:sldChg>
      <pc:sldChg chg="add del">
        <pc:chgData name="Filippo Bianchi" userId="7ab6c9c88ca9f8fa" providerId="LiveId" clId="{A6F63C33-B3C5-434A-BE4D-42238D658A96}" dt="2026-04-14T14:01:12.086" v="6059" actId="2696"/>
        <pc:sldMkLst>
          <pc:docMk/>
          <pc:sldMk cId="1000349833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14/04/2026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14/04/2026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14/04/2026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14/04/2026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14/04/2026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14/04/2026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14/04/2026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14/04/2026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14/04/2026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14/04/2026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14/04/2026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14/04/2026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14/04/2026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6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15/04/2026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Magazzino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una classe chiamata Magazzino . La classe deve gestire: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 insieme di oggetti di tipo Prodotto tramite array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Aggiunta e rimozione prodotti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Espansione dinamica dell’array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Verifica di esistenza di elementi nel magazzino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Stampa degli elementi presenti in magazzino</a:t>
            </a: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225FA-729D-5A12-04C1-84EDD2A4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61FB60-E562-EE4A-CB14-D3477A8C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A141E4F-B57D-AC83-21ED-83927CAE5FDF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Magazzino (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Java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) – Lista della spesa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2102C80-75CF-F4B9-2652-E9A7ADFDCDCB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47BCEBD3-5799-BB33-7F61-EA401CB19DD3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F2BBE73-BB5F-013C-6D67-37437203E055}"/>
              </a:ext>
            </a:extLst>
          </p:cNvPr>
          <p:cNvSpPr txBox="1">
            <a:spLocks/>
          </p:cNvSpPr>
          <p:nvPr/>
        </p:nvSpPr>
        <p:spPr>
          <a:xfrm>
            <a:off x="838200" y="1706062"/>
            <a:ext cx="10515600" cy="4363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un metodo chiamato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spesa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che prende come parametro una lista di </a:t>
            </a:r>
            <a:r>
              <a:rPr lang="it-IT">
                <a:latin typeface="Cambria" panose="02040503050406030204" pitchFamily="18" charset="0"/>
                <a:ea typeface="Cambria" panose="02040503050406030204" pitchFamily="18" charset="0"/>
              </a:rPr>
              <a:t>oggetti Prodotto. 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Il metodo deve controllare la disponibilità in magazzino degli oggetti nella lista: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Se tutti gli oggetti sono presenti nelle quantità richieste, si riduce la quantità in magazzino di ogni oggetto e si ritorna una stringa con un messaggio di completamento dell’operazione oltre al calcolo del prezzo totale della spesa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Se anche un solo oggetto non è presente nella quantità richiesta, si ritorna una stringa contenente un messaggio che indica quale oggetto non era presente in quantità sufficiente </a:t>
            </a:r>
          </a:p>
        </p:txBody>
      </p:sp>
    </p:spTree>
    <p:extLst>
      <p:ext uri="{BB962C8B-B14F-4D97-AF65-F5344CB8AC3E}">
        <p14:creationId xmlns:p14="http://schemas.microsoft.com/office/powerpoint/2010/main" val="3877509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</TotalTime>
  <Words>171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</vt:lpstr>
      <vt:lpstr>Tema di Office</vt:lpstr>
      <vt:lpstr>Esercitazione 6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4</cp:revision>
  <dcterms:created xsi:type="dcterms:W3CDTF">2024-10-09T14:20:22Z</dcterms:created>
  <dcterms:modified xsi:type="dcterms:W3CDTF">2026-04-14T14:51:01Z</dcterms:modified>
</cp:coreProperties>
</file>