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5" r:id="rId2"/>
    <p:sldId id="274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B8"/>
    <a:srgbClr val="1B69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po Bianchi" userId="7ab6c9c88ca9f8fa" providerId="LiveId" clId="{A6F63C33-B3C5-434A-BE4D-42238D658A96}"/>
    <pc:docChg chg="undo custSel addSld delSld modSld sldOrd">
      <pc:chgData name="Filippo Bianchi" userId="7ab6c9c88ca9f8fa" providerId="LiveId" clId="{A6F63C33-B3C5-434A-BE4D-42238D658A96}" dt="2026-04-01T16:34:15.156" v="6058" actId="20577"/>
      <pc:docMkLst>
        <pc:docMk/>
      </pc:docMkLst>
      <pc:sldChg chg="modSp mod">
        <pc:chgData name="Filippo Bianchi" userId="7ab6c9c88ca9f8fa" providerId="LiveId" clId="{A6F63C33-B3C5-434A-BE4D-42238D658A96}" dt="2026-04-01T13:53:12.725" v="5869" actId="20577"/>
        <pc:sldMkLst>
          <pc:docMk/>
          <pc:sldMk cId="352072517" sldId="265"/>
        </pc:sldMkLst>
        <pc:spChg chg="mod">
          <ac:chgData name="Filippo Bianchi" userId="7ab6c9c88ca9f8fa" providerId="LiveId" clId="{A6F63C33-B3C5-434A-BE4D-42238D658A96}" dt="2026-04-01T13:53:06.445" v="5861" actId="20577"/>
          <ac:spMkLst>
            <pc:docMk/>
            <pc:sldMk cId="352072517" sldId="265"/>
            <ac:spMk id="2" creationId="{AE67D6F4-8D50-FDE2-D5D9-E30C3D721F66}"/>
          </ac:spMkLst>
        </pc:spChg>
        <pc:spChg chg="mod">
          <ac:chgData name="Filippo Bianchi" userId="7ab6c9c88ca9f8fa" providerId="LiveId" clId="{A6F63C33-B3C5-434A-BE4D-42238D658A96}" dt="2026-04-01T13:53:12.725" v="5869" actId="20577"/>
          <ac:spMkLst>
            <pc:docMk/>
            <pc:sldMk cId="352072517" sldId="265"/>
            <ac:spMk id="3" creationId="{1EFAD03A-77BD-417C-815E-BCB510EC07C6}"/>
          </ac:spMkLst>
        </pc:spChg>
        <pc:spChg chg="mod">
          <ac:chgData name="Filippo Bianchi" userId="7ab6c9c88ca9f8fa" providerId="LiveId" clId="{A6F63C33-B3C5-434A-BE4D-42238D658A96}" dt="2026-03-02T15:00:00.030" v="3890" actId="1076"/>
          <ac:spMkLst>
            <pc:docMk/>
            <pc:sldMk cId="352072517" sldId="265"/>
            <ac:spMk id="11" creationId="{4B31FC37-8140-33C8-F465-A55BF522B36D}"/>
          </ac:spMkLst>
        </pc:spChg>
      </pc:sldChg>
      <pc:sldChg chg="addSp delSp modSp mod">
        <pc:chgData name="Filippo Bianchi" userId="7ab6c9c88ca9f8fa" providerId="LiveId" clId="{A6F63C33-B3C5-434A-BE4D-42238D658A96}" dt="2026-03-02T15:27:22.807" v="4288" actId="20577"/>
        <pc:sldMkLst>
          <pc:docMk/>
          <pc:sldMk cId="298742107" sldId="274"/>
        </pc:sldMkLst>
        <pc:spChg chg="add mod">
          <ac:chgData name="Filippo Bianchi" userId="7ab6c9c88ca9f8fa" providerId="LiveId" clId="{A6F63C33-B3C5-434A-BE4D-42238D658A96}" dt="2026-03-02T15:27:22.807" v="4288" actId="20577"/>
          <ac:spMkLst>
            <pc:docMk/>
            <pc:sldMk cId="298742107" sldId="274"/>
            <ac:spMk id="6" creationId="{45C0FC04-AE1C-1155-A7C1-B499DB1F25E9}"/>
          </ac:spMkLst>
        </pc:spChg>
        <pc:spChg chg="mod">
          <ac:chgData name="Filippo Bianchi" userId="7ab6c9c88ca9f8fa" providerId="LiveId" clId="{A6F63C33-B3C5-434A-BE4D-42238D658A96}" dt="2026-03-02T15:14:26.398" v="3924" actId="20577"/>
          <ac:spMkLst>
            <pc:docMk/>
            <pc:sldMk cId="298742107" sldId="274"/>
            <ac:spMk id="7" creationId="{FA47230B-4C77-AF0A-3762-13DA73539A5E}"/>
          </ac:spMkLst>
        </pc:spChg>
      </pc:sldChg>
      <pc:sldChg chg="addSp delSp modSp add mod">
        <pc:chgData name="Filippo Bianchi" userId="7ab6c9c88ca9f8fa" providerId="LiveId" clId="{A6F63C33-B3C5-434A-BE4D-42238D658A96}" dt="2026-03-02T15:35:06.138" v="5191" actId="1076"/>
        <pc:sldMkLst>
          <pc:docMk/>
          <pc:sldMk cId="2910124047" sldId="275"/>
        </pc:sldMkLst>
        <pc:spChg chg="add mod">
          <ac:chgData name="Filippo Bianchi" userId="7ab6c9c88ca9f8fa" providerId="LiveId" clId="{A6F63C33-B3C5-434A-BE4D-42238D658A96}" dt="2026-03-02T15:35:06.138" v="5191" actId="1076"/>
          <ac:spMkLst>
            <pc:docMk/>
            <pc:sldMk cId="2910124047" sldId="275"/>
            <ac:spMk id="2" creationId="{DC5803A8-DF02-5D0F-27AC-7E90BB68FC2F}"/>
          </ac:spMkLst>
        </pc:spChg>
        <pc:spChg chg="mod">
          <ac:chgData name="Filippo Bianchi" userId="7ab6c9c88ca9f8fa" providerId="LiveId" clId="{A6F63C33-B3C5-434A-BE4D-42238D658A96}" dt="2026-03-02T15:27:36.169" v="4291" actId="20577"/>
          <ac:spMkLst>
            <pc:docMk/>
            <pc:sldMk cId="2910124047" sldId="275"/>
            <ac:spMk id="9" creationId="{BA5504B3-A49E-88A9-AA76-2EC2A655C691}"/>
          </ac:spMkLst>
        </pc:spChg>
      </pc:sldChg>
      <pc:sldChg chg="addSp delSp modSp add mod ord">
        <pc:chgData name="Filippo Bianchi" userId="7ab6c9c88ca9f8fa" providerId="LiveId" clId="{A6F63C33-B3C5-434A-BE4D-42238D658A96}" dt="2026-03-24T16:09:21.505" v="5859" actId="20577"/>
        <pc:sldMkLst>
          <pc:docMk/>
          <pc:sldMk cId="813099382" sldId="276"/>
        </pc:sldMkLst>
        <pc:spChg chg="add del mod">
          <ac:chgData name="Filippo Bianchi" userId="7ab6c9c88ca9f8fa" providerId="LiveId" clId="{A6F63C33-B3C5-434A-BE4D-42238D658A96}" dt="2026-03-24T16:09:21.505" v="5859" actId="20577"/>
          <ac:spMkLst>
            <pc:docMk/>
            <pc:sldMk cId="813099382" sldId="276"/>
            <ac:spMk id="2" creationId="{EF15C9DB-EB51-2836-CDD3-62622B5AD00A}"/>
          </ac:spMkLst>
        </pc:spChg>
        <pc:spChg chg="add del">
          <ac:chgData name="Filippo Bianchi" userId="7ab6c9c88ca9f8fa" providerId="LiveId" clId="{A6F63C33-B3C5-434A-BE4D-42238D658A96}" dt="2026-03-02T15:35:19.773" v="5193" actId="478"/>
          <ac:spMkLst>
            <pc:docMk/>
            <pc:sldMk cId="813099382" sldId="276"/>
            <ac:spMk id="4" creationId="{687BADE8-0B79-EFD7-4002-0065585D5F18}"/>
          </ac:spMkLst>
        </pc:spChg>
        <pc:spChg chg="add del">
          <ac:chgData name="Filippo Bianchi" userId="7ab6c9c88ca9f8fa" providerId="LiveId" clId="{A6F63C33-B3C5-434A-BE4D-42238D658A96}" dt="2026-03-02T15:35:19.773" v="5193" actId="478"/>
          <ac:spMkLst>
            <pc:docMk/>
            <pc:sldMk cId="813099382" sldId="276"/>
            <ac:spMk id="7" creationId="{11260631-255D-77F1-791B-E3548C8582A3}"/>
          </ac:spMkLst>
        </pc:spChg>
        <pc:spChg chg="add del">
          <ac:chgData name="Filippo Bianchi" userId="7ab6c9c88ca9f8fa" providerId="LiveId" clId="{A6F63C33-B3C5-434A-BE4D-42238D658A96}" dt="2026-03-02T15:35:19.773" v="5193" actId="478"/>
          <ac:spMkLst>
            <pc:docMk/>
            <pc:sldMk cId="813099382" sldId="276"/>
            <ac:spMk id="8" creationId="{A1849606-BE8C-13E0-9106-D03D74BB3B04}"/>
          </ac:spMkLst>
        </pc:spChg>
        <pc:spChg chg="add del mod">
          <ac:chgData name="Filippo Bianchi" userId="7ab6c9c88ca9f8fa" providerId="LiveId" clId="{A6F63C33-B3C5-434A-BE4D-42238D658A96}" dt="2026-03-02T15:35:19.773" v="5193" actId="478"/>
          <ac:spMkLst>
            <pc:docMk/>
            <pc:sldMk cId="813099382" sldId="276"/>
            <ac:spMk id="9" creationId="{A81FA3BF-31CC-7867-9C7A-1546BB261554}"/>
          </ac:spMkLst>
        </pc:spChg>
      </pc:sldChg>
      <pc:sldChg chg="addSp delSp modSp add mod">
        <pc:chgData name="Filippo Bianchi" userId="7ab6c9c88ca9f8fa" providerId="LiveId" clId="{A6F63C33-B3C5-434A-BE4D-42238D658A96}" dt="2026-04-01T16:34:15.156" v="6058" actId="20577"/>
        <pc:sldMkLst>
          <pc:docMk/>
          <pc:sldMk cId="290778072" sldId="277"/>
        </pc:sldMkLst>
        <pc:spChg chg="add del mod">
          <ac:chgData name="Filippo Bianchi" userId="7ab6c9c88ca9f8fa" providerId="LiveId" clId="{A6F63C33-B3C5-434A-BE4D-42238D658A96}" dt="2026-04-01T16:34:15.156" v="6058" actId="20577"/>
          <ac:spMkLst>
            <pc:docMk/>
            <pc:sldMk cId="290778072" sldId="277"/>
            <ac:spMk id="2" creationId="{C41B1C0D-B890-13B5-3535-7FF48002A0CC}"/>
          </ac:spMkLst>
        </pc:spChg>
        <pc:spChg chg="mod">
          <ac:chgData name="Filippo Bianchi" userId="7ab6c9c88ca9f8fa" providerId="LiveId" clId="{A6F63C33-B3C5-434A-BE4D-42238D658A96}" dt="2026-03-02T15:35:35.849" v="5197" actId="20577"/>
          <ac:spMkLst>
            <pc:docMk/>
            <pc:sldMk cId="290778072" sldId="277"/>
            <ac:spMk id="9" creationId="{2C9409A1-D376-1673-B56D-CDBD89621D31}"/>
          </ac:spMkLst>
        </pc:spChg>
      </pc:sldChg>
      <pc:sldChg chg="add">
        <pc:chgData name="Filippo Bianchi" userId="7ab6c9c88ca9f8fa" providerId="LiveId" clId="{A6F63C33-B3C5-434A-BE4D-42238D658A96}" dt="2026-04-01T16:33:24.989" v="5871" actId="2890"/>
        <pc:sldMkLst>
          <pc:docMk/>
          <pc:sldMk cId="1000349833" sldId="278"/>
        </pc:sldMkLst>
      </pc:sldChg>
      <pc:sldChg chg="del">
        <pc:chgData name="Filippo Bianchi" userId="7ab6c9c88ca9f8fa" providerId="LiveId" clId="{A6F63C33-B3C5-434A-BE4D-42238D658A96}" dt="2026-04-01T16:33:22.286" v="5870" actId="2696"/>
        <pc:sldMkLst>
          <pc:docMk/>
          <pc:sldMk cId="2536155602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7FD94-0997-4C93-A6CE-A4FCB29B8830}" type="datetimeFigureOut">
              <a:rPr lang="it-IT" smtClean="0"/>
              <a:t>01/04/2026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FDCBA-3389-4351-A9E9-990B8316E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106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CBF432-8D0D-4BC5-D67F-9031ADC09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274B63D-B88D-2076-0EB1-BA24A39C7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DF0C64-DA8E-D9A8-8FFA-F701321AA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3689-04E0-4C33-BFEA-E58E3C916FA8}" type="datetime1">
              <a:rPr lang="it-IT" smtClean="0"/>
              <a:t>01/04/2026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85D70F-FA08-9D4E-F1CD-095ECE2E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7E4602-F9C2-80C3-F003-8C2603C5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713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DC3857-1D73-DFD3-C670-941F6307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B294B1-26B1-6E6E-EF11-DC647C319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149A5-DAA9-0DE6-F318-8B74FED3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0A62-FF50-42B4-ABD4-66BDF0377124}" type="datetime1">
              <a:rPr lang="it-IT" smtClean="0"/>
              <a:t>01/04/2026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F597EB-3247-DDCA-5AE7-5E900D5B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FAD33D-2C81-FCFB-FB94-98F32B9A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802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72BD82-AACC-6F61-0F56-23FEB7CE5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BBB079-8175-29D8-A8D7-0D20444D3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99134F-359E-4A96-F452-61C03E53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BA82-4808-4936-8CB6-EF20EA68B75D}" type="datetime1">
              <a:rPr lang="it-IT" smtClean="0"/>
              <a:t>01/04/2026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A5CEAB-79BE-6613-6600-76DF97A4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269BA5-69DF-F0AF-21BE-F6A851D4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127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FAAF04-ADC5-4BAF-9CD6-6C9C6FE3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A0826F-70F3-B129-753C-CA9B8C8E9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563C0F3-35B4-5842-911F-A0C56BA10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73CFE9-DCB4-0820-B2A1-8D079EDE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7773-62F9-4EA2-B9DB-D166AA387877}" type="datetime1">
              <a:rPr lang="it-IT" smtClean="0"/>
              <a:t>01/04/2026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DF24CAC-CEC0-803B-2507-88458A31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3B1132-7B72-BC44-08F0-99430388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020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1D3D79-0350-5A0C-E53F-875030D90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746A6E-CAA0-B4DC-1BFD-2D1DD4D1E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68028BF-DFDB-A2A3-91BC-A74ECE83C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20DE10E-A394-839A-BF99-DE7F5AAA8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8BEEF79-02F9-BCF5-B2DD-41FB93DF1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E358408-8CF3-F071-8F82-DAEA6DC7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202F-617E-4E96-8B77-B1CAF6769140}" type="datetime1">
              <a:rPr lang="it-IT" smtClean="0"/>
              <a:t>01/04/2026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72D4300-0AAB-1C1E-9867-907DED49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E2F267D-5FCE-5B6D-CFA2-C7768D06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967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DF20A4-8F0D-24A0-5E4C-E9086DC1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B92559F-BA0A-6B54-A51B-EE378E88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FC50-70EB-4FBA-B8C6-7E8EB646E9C4}" type="datetime1">
              <a:rPr lang="it-IT" smtClean="0"/>
              <a:t>01/04/2026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AFAFD83-5F2F-09E6-5B6C-10BD6B2E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4E7B290-6556-72EC-51E0-C2F9A37E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993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0A34A4A-EE4C-14A2-54F0-6688F8AF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71AD-94E2-4929-BF21-F8B592FAD9D9}" type="datetime1">
              <a:rPr lang="it-IT" smtClean="0"/>
              <a:t>01/04/2026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A618F2B-2F01-5C15-5256-7DE54B9E5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059B575-594E-D512-3774-58631D0F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285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9C4AC0-A73B-9510-F4B6-AE6C7481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54E692-69E6-FD34-B594-270A38E43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5DFD80A-C361-D24F-82CA-92D3FC8F9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90350F5-717C-6730-A098-4E2D58AB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6745-80CD-4BCD-A988-4DD72207293A}" type="datetime1">
              <a:rPr lang="it-IT" smtClean="0"/>
              <a:t>01/04/2026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4A0A57-7FFF-B4C2-AB06-4A76E3B0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CCFF64-E772-0C6A-E32D-4542147A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36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C49A63-F0A0-83CC-7E68-A3BD50D0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A329495-8897-2136-E3BC-5DF0FB174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93318C-1661-8150-5F13-EC47F6654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44E751B-0198-6F56-7DD0-5940EEDF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F64A-0508-4C12-BEEE-45E8F03CD325}" type="datetime1">
              <a:rPr lang="it-IT" smtClean="0"/>
              <a:t>01/04/2026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44081C-5FE8-2D5C-875E-E206186E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C94AE9-6CFA-FB25-6958-AF70B038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874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13708E-F041-79F0-6D9A-BB5C37981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368F925-1F2C-8F91-625C-D3ECBF011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222615-A4D5-3EF8-EE1A-D5158166A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921-5445-4359-8CB1-FB6456A8095F}" type="datetime1">
              <a:rPr lang="it-IT" smtClean="0"/>
              <a:t>01/04/2026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817F5F-E811-ADC0-92E4-4C0A3B09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0043E5-CB57-3315-9CCE-DB45BE21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985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35B12BF-0003-9E4A-2DB0-60EBE5881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3AD14D7-7711-EDD6-C498-0E6213854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8CA15C-C933-5953-0DDD-FD27193B2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373F-D2F5-45D1-81D5-E3F87BBD24F1}" type="datetime1">
              <a:rPr lang="it-IT" smtClean="0"/>
              <a:t>01/04/2026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61603F-A252-B9FF-5018-2538081D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66B1B7-2C3C-4A43-A950-A99DF6B1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311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808FE39-472C-923A-04F7-FF532131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315D358-2E47-591A-B319-7B5A5EE78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A33465-3C45-2520-FE5F-DA7FEF6B9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27F83-19ED-45B1-8786-F31B2BFCCE8E}" type="datetime1">
              <a:rPr lang="it-IT" smtClean="0"/>
              <a:t>01/04/2026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834576-1CB6-C27E-C7FF-0CC8A01EE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55CE6F-73DC-7700-6557-388B44ADA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587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67D6F4-8D50-FDE2-D5D9-E30C3D721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403" y="3835431"/>
            <a:ext cx="8659183" cy="717699"/>
          </a:xfrm>
        </p:spPr>
        <p:txBody>
          <a:bodyPr>
            <a:normAutofit/>
          </a:bodyPr>
          <a:lstStyle/>
          <a:p>
            <a:r>
              <a:rPr lang="it-IT" sz="4000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Esercitazione 5</a:t>
            </a:r>
          </a:p>
        </p:txBody>
      </p:sp>
      <p:pic>
        <p:nvPicPr>
          <p:cNvPr id="7" name="Immagine 6" descr="Immagine che contiene testo, Carattere, Elementi grafici, logo&#10;&#10;Descrizione generata automaticamente">
            <a:extLst>
              <a:ext uri="{FF2B5EF4-FFF2-40B4-BE49-F238E27FC236}">
                <a16:creationId xmlns:a16="http://schemas.microsoft.com/office/drawing/2014/main" id="{D500C345-7681-8B88-2B1B-ED478614A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288" y="165684"/>
            <a:ext cx="2549424" cy="230897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098A740-1111-5389-D9B0-13CDAFA90FE5}"/>
              </a:ext>
            </a:extLst>
          </p:cNvPr>
          <p:cNvSpPr txBox="1"/>
          <p:nvPr/>
        </p:nvSpPr>
        <p:spPr>
          <a:xfrm>
            <a:off x="601418" y="5804953"/>
            <a:ext cx="291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Filippo Bianchi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A5603A3-FC54-AFB5-A9F2-F648FCE8B759}"/>
              </a:ext>
            </a:extLst>
          </p:cNvPr>
          <p:cNvSpPr txBox="1"/>
          <p:nvPr/>
        </p:nvSpPr>
        <p:spPr>
          <a:xfrm>
            <a:off x="2734245" y="2677645"/>
            <a:ext cx="672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Dipartimento di Scienze Matematiche, Fisiche ed </a:t>
            </a:r>
            <a:r>
              <a:rPr lang="it-IT" b="1" noProof="0" dirty="0">
                <a:solidFill>
                  <a:srgbClr val="1B69B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Informatiche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B31FC37-8140-33C8-F465-A55BF522B36D}"/>
              </a:ext>
            </a:extLst>
          </p:cNvPr>
          <p:cNvSpPr txBox="1"/>
          <p:nvPr/>
        </p:nvSpPr>
        <p:spPr>
          <a:xfrm>
            <a:off x="3677047" y="5804953"/>
            <a:ext cx="483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Tutorato Fondamenti di Programmazione B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C764BFC-E931-6C90-DE91-09A933180263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EFAD03A-77BD-417C-815E-BCB510EC07C6}"/>
              </a:ext>
            </a:extLst>
          </p:cNvPr>
          <p:cNvSpPr txBox="1"/>
          <p:nvPr/>
        </p:nvSpPr>
        <p:spPr>
          <a:xfrm>
            <a:off x="10030782" y="5809501"/>
            <a:ext cx="15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noProof="0" dirty="0">
                <a:latin typeface="Cambria" panose="02040503050406030204" pitchFamily="18" charset="0"/>
                <a:ea typeface="Cambria" panose="02040503050406030204" pitchFamily="18" charset="0"/>
              </a:rPr>
              <a:t>01/04/2026</a:t>
            </a:r>
          </a:p>
        </p:txBody>
      </p:sp>
    </p:spTree>
    <p:extLst>
      <p:ext uri="{BB962C8B-B14F-4D97-AF65-F5344CB8AC3E}">
        <p14:creationId xmlns:p14="http://schemas.microsoft.com/office/powerpoint/2010/main" val="352072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D6CACD-8562-2097-A10C-8F47BF14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2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FA47230B-4C77-AF0A-3762-13DA73539A5E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Prodotto (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8FA9913-C692-90FB-D410-386E136593B5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D976A358-75A4-F888-28AB-D141D43350F9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45C0FC04-AE1C-1155-A7C1-B499DB1F25E9}"/>
              </a:ext>
            </a:extLst>
          </p:cNvPr>
          <p:cNvSpPr txBox="1">
            <a:spLocks/>
          </p:cNvSpPr>
          <p:nvPr/>
        </p:nvSpPr>
        <p:spPr>
          <a:xfrm>
            <a:off x="838200" y="1890115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Implementare una classe chiamata Prodotto. La classe deve gestire: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Codice identificativo univoco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Nome del prodotto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Prezzo unitario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Quantità disponibile in magazzino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Stato di disponibilità (derivato dalla quantità)</a:t>
            </a:r>
          </a:p>
        </p:txBody>
      </p:sp>
    </p:spTree>
    <p:extLst>
      <p:ext uri="{BB962C8B-B14F-4D97-AF65-F5344CB8AC3E}">
        <p14:creationId xmlns:p14="http://schemas.microsoft.com/office/powerpoint/2010/main" val="29874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662B0-FCA8-A53B-AEE8-C7C6A8557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07EC21D-F838-4088-E76B-28500A8E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3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EB7CB2CC-86DC-9081-A0DB-C75A0B071691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Prodotto (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CCD109F-3CEF-DE8D-9198-5F6852AE9269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BA5504B3-A49E-88A9-AA76-2EC2A655C691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it-IT" sz="1800" b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DC5803A8-DF02-5D0F-27AC-7E90BB68FC2F}"/>
              </a:ext>
            </a:extLst>
          </p:cNvPr>
          <p:cNvSpPr txBox="1">
            <a:spLocks/>
          </p:cNvSpPr>
          <p:nvPr/>
        </p:nvSpPr>
        <p:spPr>
          <a:xfrm>
            <a:off x="838200" y="1933101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Costruttori: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di default che inizializza i valori vuoti/0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parametrico che accetta solo codice e nome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parametrico che accetta codice, nome, prezzo e quantità (opzionale)</a:t>
            </a:r>
          </a:p>
        </p:txBody>
      </p:sp>
    </p:spTree>
    <p:extLst>
      <p:ext uri="{BB962C8B-B14F-4D97-AF65-F5344CB8AC3E}">
        <p14:creationId xmlns:p14="http://schemas.microsoft.com/office/powerpoint/2010/main" val="2910124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03290-12F2-4815-2AE7-9DB5FFBB7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7BADE8-0B79-EFD7-4002-0065585D5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4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11260631-255D-77F1-791B-E3548C8582A3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Prodotto (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1849606-BE8C-13E0-9106-D03D74BB3B04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A81FA3BF-31CC-7867-9C7A-1546BB261554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EF15C9DB-EB51-2836-CDD3-62622B5AD00A}"/>
              </a:ext>
            </a:extLst>
          </p:cNvPr>
          <p:cNvSpPr txBox="1">
            <a:spLocks/>
          </p:cNvSpPr>
          <p:nvPr/>
        </p:nvSpPr>
        <p:spPr>
          <a:xfrm>
            <a:off x="838200" y="1904739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Gli attributi devono essere privati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Implementare getter/setter per gli attributi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 metodi setter devono includere validazione</a:t>
            </a:r>
          </a:p>
        </p:txBody>
      </p:sp>
    </p:spTree>
    <p:extLst>
      <p:ext uri="{BB962C8B-B14F-4D97-AF65-F5344CB8AC3E}">
        <p14:creationId xmlns:p14="http://schemas.microsoft.com/office/powerpoint/2010/main" val="813099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7E83B-8B16-7065-D1FB-424A20FD6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1AD3136-0A31-4953-032E-C9808F00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5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EFC378EF-7373-51C4-85AB-D86F7F4AFD12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Prodotto (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03C54BC-08C1-98EC-96D7-A190979E2E61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2C9409A1-D376-1673-B56D-CDBD89621D31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C41B1C0D-B890-13B5-3535-7FF48002A0CC}"/>
              </a:ext>
            </a:extLst>
          </p:cNvPr>
          <p:cNvSpPr txBox="1">
            <a:spLocks/>
          </p:cNvSpPr>
          <p:nvPr/>
        </p:nvSpPr>
        <p:spPr>
          <a:xfrm>
            <a:off x="838200" y="1876377"/>
            <a:ext cx="10515600" cy="4076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Metodi: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Implementare due metodi </a:t>
            </a:r>
            <a:r>
              <a:rPr lang="it-IT" b="1" dirty="0" err="1">
                <a:latin typeface="Cambria" panose="02040503050406030204" pitchFamily="18" charset="0"/>
                <a:ea typeface="Cambria" panose="02040503050406030204" pitchFamily="18" charset="0"/>
              </a:rPr>
              <a:t>aggiungiQuantità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/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Uno senza parametri (che incrementa di 1 la quantità)</a:t>
            </a:r>
          </a:p>
          <a:p>
            <a:pPr lvl="1"/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Uno con un parametro intero (incrementa del valore del parametro) 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Fare la stessa cosa per il metodo </a:t>
            </a:r>
            <a:r>
              <a:rPr lang="it-IT" b="1" dirty="0" err="1">
                <a:latin typeface="Cambria" panose="02040503050406030204" pitchFamily="18" charset="0"/>
                <a:ea typeface="Cambria" panose="02040503050406030204" pitchFamily="18" charset="0"/>
              </a:rPr>
              <a:t>rimuoviQuantità</a:t>
            </a:r>
            <a:endParaRPr lang="it-IT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Metodo per sommare due prodotti (se hanno lo stesso id, somma la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quantita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Metodo per uguaglianza di prodotti (se hanno lo stesso id)</a:t>
            </a:r>
          </a:p>
          <a:p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78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8654C-BB62-B624-5DB1-58AB5BCB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31F59BE-05EA-2147-AB2A-03825EB71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6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438A1DF2-57D2-B7D1-831A-3CBC365AB625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Prodotto (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C283EDC-2C7A-B011-2383-DA6413B3FC11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FE5968A1-E74E-2D67-A303-1FE52E703D22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92FD1113-DE04-DF08-695F-5634232A8D2D}"/>
              </a:ext>
            </a:extLst>
          </p:cNvPr>
          <p:cNvSpPr txBox="1">
            <a:spLocks/>
          </p:cNvSpPr>
          <p:nvPr/>
        </p:nvSpPr>
        <p:spPr>
          <a:xfrm>
            <a:off x="838200" y="1876377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Metodi: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Implementare due metodi </a:t>
            </a:r>
            <a:r>
              <a:rPr lang="it-IT" b="1" dirty="0" err="1">
                <a:latin typeface="Cambria" panose="02040503050406030204" pitchFamily="18" charset="0"/>
                <a:ea typeface="Cambria" panose="02040503050406030204" pitchFamily="18" charset="0"/>
              </a:rPr>
              <a:t>aggiungiQuantità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/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Uno senza parametri (che incrementa di 1 la quantità)</a:t>
            </a:r>
          </a:p>
          <a:p>
            <a:pPr lvl="1"/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Uno con un parametro intero (incrementa del valore del parametro) 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Fare la stessa cosa per il metodo </a:t>
            </a:r>
            <a:r>
              <a:rPr lang="it-IT" b="1" dirty="0" err="1">
                <a:latin typeface="Cambria" panose="02040503050406030204" pitchFamily="18" charset="0"/>
                <a:ea typeface="Cambria" panose="02040503050406030204" pitchFamily="18" charset="0"/>
              </a:rPr>
              <a:t>rimuoviQuantità</a:t>
            </a: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3498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1872</TotalTime>
  <Words>240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</vt:lpstr>
      <vt:lpstr>Tema di Office</vt:lpstr>
      <vt:lpstr>Esercitazione 5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Filippo Bianchi</dc:creator>
  <cp:lastModifiedBy>Filippo Bianchi</cp:lastModifiedBy>
  <cp:revision>4</cp:revision>
  <dcterms:created xsi:type="dcterms:W3CDTF">2024-10-09T14:20:22Z</dcterms:created>
  <dcterms:modified xsi:type="dcterms:W3CDTF">2026-04-01T16:34:21Z</dcterms:modified>
</cp:coreProperties>
</file>