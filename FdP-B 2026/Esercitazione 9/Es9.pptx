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5" r:id="rId2"/>
    <p:sldId id="274" r:id="rId3"/>
    <p:sldId id="275" r:id="rId4"/>
    <p:sldId id="276" r:id="rId5"/>
    <p:sldId id="277" r:id="rId6"/>
    <p:sldId id="278" r:id="rId7"/>
    <p:sldId id="279" r:id="rId8"/>
    <p:sldId id="283" r:id="rId9"/>
    <p:sldId id="284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B7269-DAB0-4E4B-99E6-2F23BD61C654}" v="3" dt="2026-05-13T12:16:55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redo custSel addSld delSld modSld sldOrd">
      <pc:chgData name="Filippo Bianchi" userId="7ab6c9c88ca9f8fa" providerId="LiveId" clId="{A6F63C33-B3C5-434A-BE4D-42238D658A96}" dt="2026-05-13T16:05:59.112" v="15114" actId="20577"/>
      <pc:docMkLst>
        <pc:docMk/>
      </pc:docMkLst>
      <pc:sldChg chg="modSp mod">
        <pc:chgData name="Filippo Bianchi" userId="7ab6c9c88ca9f8fa" providerId="LiveId" clId="{A6F63C33-B3C5-434A-BE4D-42238D658A96}" dt="2026-05-12T15:05:07.120" v="12446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5-12T15:05:01.989" v="12442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5-12T15:05:07.120" v="12446" actId="20577"/>
          <ac:spMkLst>
            <pc:docMk/>
            <pc:sldMk cId="352072517" sldId="265"/>
            <ac:spMk id="3" creationId="{1EFAD03A-77BD-417C-815E-BCB510EC07C6}"/>
          </ac:spMkLst>
        </pc:spChg>
      </pc:sldChg>
      <pc:sldChg chg="addSp delSp modSp mod">
        <pc:chgData name="Filippo Bianchi" userId="7ab6c9c88ca9f8fa" providerId="LiveId" clId="{A6F63C33-B3C5-434A-BE4D-42238D658A96}" dt="2026-05-13T12:17:34.280" v="15060" actId="20577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5-13T12:17:34.280" v="15060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5-12T15:04:31.684" v="12407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modSp add mod">
        <pc:chgData name="Filippo Bianchi" userId="7ab6c9c88ca9f8fa" providerId="LiveId" clId="{A6F63C33-B3C5-434A-BE4D-42238D658A96}" dt="2026-05-13T14:48:50.302" v="15112" actId="20577"/>
        <pc:sldMkLst>
          <pc:docMk/>
          <pc:sldMk cId="2457146631" sldId="275"/>
        </pc:sldMkLst>
        <pc:spChg chg="mod">
          <ac:chgData name="Filippo Bianchi" userId="7ab6c9c88ca9f8fa" providerId="LiveId" clId="{A6F63C33-B3C5-434A-BE4D-42238D658A96}" dt="2026-05-13T14:48:50.302" v="15112" actId="20577"/>
          <ac:spMkLst>
            <pc:docMk/>
            <pc:sldMk cId="2457146631" sldId="275"/>
            <ac:spMk id="6" creationId="{A28332B7-6A72-EDC9-54B7-B36FF200D35C}"/>
          </ac:spMkLst>
        </pc:spChg>
        <pc:spChg chg="mod">
          <ac:chgData name="Filippo Bianchi" userId="7ab6c9c88ca9f8fa" providerId="LiveId" clId="{A6F63C33-B3C5-434A-BE4D-42238D658A96}" dt="2026-05-12T15:13:12.616" v="12717" actId="20577"/>
          <ac:spMkLst>
            <pc:docMk/>
            <pc:sldMk cId="2457146631" sldId="275"/>
            <ac:spMk id="7" creationId="{9BB70CE6-545A-1940-0870-B245BC20F657}"/>
          </ac:spMkLst>
        </pc:spChg>
        <pc:spChg chg="mod">
          <ac:chgData name="Filippo Bianchi" userId="7ab6c9c88ca9f8fa" providerId="LiveId" clId="{A6F63C33-B3C5-434A-BE4D-42238D658A96}" dt="2026-05-05T16:24:48.717" v="10098" actId="20577"/>
          <ac:spMkLst>
            <pc:docMk/>
            <pc:sldMk cId="2457146631" sldId="275"/>
            <ac:spMk id="9" creationId="{A010A8A6-70A6-0ED7-9EB6-F1E6733F4F9E}"/>
          </ac:spMkLst>
        </pc:spChg>
      </pc:sldChg>
      <pc:sldChg chg="modSp add mod">
        <pc:chgData name="Filippo Bianchi" userId="7ab6c9c88ca9f8fa" providerId="LiveId" clId="{A6F63C33-B3C5-434A-BE4D-42238D658A96}" dt="2026-05-13T12:17:57.326" v="15075" actId="20577"/>
        <pc:sldMkLst>
          <pc:docMk/>
          <pc:sldMk cId="1763530209" sldId="276"/>
        </pc:sldMkLst>
        <pc:spChg chg="mod">
          <ac:chgData name="Filippo Bianchi" userId="7ab6c9c88ca9f8fa" providerId="LiveId" clId="{A6F63C33-B3C5-434A-BE4D-42238D658A96}" dt="2026-05-13T12:17:57.326" v="15075" actId="20577"/>
          <ac:spMkLst>
            <pc:docMk/>
            <pc:sldMk cId="1763530209" sldId="276"/>
            <ac:spMk id="6" creationId="{A6977D09-35CE-5DAA-2F07-590ADD111FD4}"/>
          </ac:spMkLst>
        </pc:spChg>
        <pc:spChg chg="mod">
          <ac:chgData name="Filippo Bianchi" userId="7ab6c9c88ca9f8fa" providerId="LiveId" clId="{A6F63C33-B3C5-434A-BE4D-42238D658A96}" dt="2026-05-12T15:13:10.132" v="12716" actId="20577"/>
          <ac:spMkLst>
            <pc:docMk/>
            <pc:sldMk cId="1763530209" sldId="276"/>
            <ac:spMk id="7" creationId="{C191B5B1-29CB-EC42-4C82-D8129BBBBE9E}"/>
          </ac:spMkLst>
        </pc:spChg>
        <pc:spChg chg="mod">
          <ac:chgData name="Filippo Bianchi" userId="7ab6c9c88ca9f8fa" providerId="LiveId" clId="{A6F63C33-B3C5-434A-BE4D-42238D658A96}" dt="2026-05-05T16:33:51.969" v="10836" actId="20577"/>
          <ac:spMkLst>
            <pc:docMk/>
            <pc:sldMk cId="1763530209" sldId="276"/>
            <ac:spMk id="9" creationId="{21108FF2-5FAE-8912-E1D1-EA6C16889C34}"/>
          </ac:spMkLst>
        </pc:spChg>
      </pc:sldChg>
      <pc:sldChg chg="modSp add mod">
        <pc:chgData name="Filippo Bianchi" userId="7ab6c9c88ca9f8fa" providerId="LiveId" clId="{A6F63C33-B3C5-434A-BE4D-42238D658A96}" dt="2026-05-12T15:20:45.520" v="13102" actId="20577"/>
        <pc:sldMkLst>
          <pc:docMk/>
          <pc:sldMk cId="1280531235" sldId="277"/>
        </pc:sldMkLst>
        <pc:spChg chg="mod">
          <ac:chgData name="Filippo Bianchi" userId="7ab6c9c88ca9f8fa" providerId="LiveId" clId="{A6F63C33-B3C5-434A-BE4D-42238D658A96}" dt="2026-05-12T15:20:45.520" v="13102" actId="20577"/>
          <ac:spMkLst>
            <pc:docMk/>
            <pc:sldMk cId="1280531235" sldId="277"/>
            <ac:spMk id="6" creationId="{51F1AA50-DBF2-7308-C7E0-DE661A26F8F6}"/>
          </ac:spMkLst>
        </pc:spChg>
        <pc:spChg chg="mod">
          <ac:chgData name="Filippo Bianchi" userId="7ab6c9c88ca9f8fa" providerId="LiveId" clId="{A6F63C33-B3C5-434A-BE4D-42238D658A96}" dt="2026-05-12T15:19:36.397" v="12963" actId="20577"/>
          <ac:spMkLst>
            <pc:docMk/>
            <pc:sldMk cId="1280531235" sldId="277"/>
            <ac:spMk id="7" creationId="{EC9E1BBE-906A-576C-45A8-B198A0A5EC72}"/>
          </ac:spMkLst>
        </pc:spChg>
        <pc:spChg chg="mod">
          <ac:chgData name="Filippo Bianchi" userId="7ab6c9c88ca9f8fa" providerId="LiveId" clId="{A6F63C33-B3C5-434A-BE4D-42238D658A96}" dt="2026-05-05T16:33:56.125" v="10838" actId="20577"/>
          <ac:spMkLst>
            <pc:docMk/>
            <pc:sldMk cId="1280531235" sldId="277"/>
            <ac:spMk id="9" creationId="{435C3855-3C69-9AEB-5EA3-75724FC512B6}"/>
          </ac:spMkLst>
        </pc:spChg>
      </pc:sldChg>
      <pc:sldChg chg="modSp add mod">
        <pc:chgData name="Filippo Bianchi" userId="7ab6c9c88ca9f8fa" providerId="LiveId" clId="{A6F63C33-B3C5-434A-BE4D-42238D658A96}" dt="2026-05-13T12:11:46.938" v="14087" actId="20577"/>
        <pc:sldMkLst>
          <pc:docMk/>
          <pc:sldMk cId="298291907" sldId="278"/>
        </pc:sldMkLst>
        <pc:spChg chg="mod">
          <ac:chgData name="Filippo Bianchi" userId="7ab6c9c88ca9f8fa" providerId="LiveId" clId="{A6F63C33-B3C5-434A-BE4D-42238D658A96}" dt="2026-05-13T12:11:46.938" v="14087" actId="20577"/>
          <ac:spMkLst>
            <pc:docMk/>
            <pc:sldMk cId="298291907" sldId="278"/>
            <ac:spMk id="6" creationId="{868F3A53-91EA-565E-A181-4451E51FF30A}"/>
          </ac:spMkLst>
        </pc:spChg>
        <pc:spChg chg="mod">
          <ac:chgData name="Filippo Bianchi" userId="7ab6c9c88ca9f8fa" providerId="LiveId" clId="{A6F63C33-B3C5-434A-BE4D-42238D658A96}" dt="2026-05-12T15:26:57.269" v="13507" actId="20577"/>
          <ac:spMkLst>
            <pc:docMk/>
            <pc:sldMk cId="298291907" sldId="278"/>
            <ac:spMk id="7" creationId="{433475F2-AA87-A480-E7F2-C892CB727755}"/>
          </ac:spMkLst>
        </pc:spChg>
        <pc:spChg chg="mod">
          <ac:chgData name="Filippo Bianchi" userId="7ab6c9c88ca9f8fa" providerId="LiveId" clId="{A6F63C33-B3C5-434A-BE4D-42238D658A96}" dt="2026-05-05T16:35:25.489" v="10865" actId="20577"/>
          <ac:spMkLst>
            <pc:docMk/>
            <pc:sldMk cId="298291907" sldId="278"/>
            <ac:spMk id="9" creationId="{DEC7338B-4867-BE91-4701-50D0D37AE16F}"/>
          </ac:spMkLst>
        </pc:spChg>
      </pc:sldChg>
      <pc:sldChg chg="modSp add mod">
        <pc:chgData name="Filippo Bianchi" userId="7ab6c9c88ca9f8fa" providerId="LiveId" clId="{A6F63C33-B3C5-434A-BE4D-42238D658A96}" dt="2026-05-13T12:15:27.200" v="14803" actId="20577"/>
        <pc:sldMkLst>
          <pc:docMk/>
          <pc:sldMk cId="2181950911" sldId="279"/>
        </pc:sldMkLst>
        <pc:spChg chg="mod">
          <ac:chgData name="Filippo Bianchi" userId="7ab6c9c88ca9f8fa" providerId="LiveId" clId="{A6F63C33-B3C5-434A-BE4D-42238D658A96}" dt="2026-05-13T12:15:27.200" v="14803" actId="20577"/>
          <ac:spMkLst>
            <pc:docMk/>
            <pc:sldMk cId="2181950911" sldId="279"/>
            <ac:spMk id="6" creationId="{637E8D33-F45A-2C26-6192-DC2D59C08736}"/>
          </ac:spMkLst>
        </pc:spChg>
        <pc:spChg chg="mod">
          <ac:chgData name="Filippo Bianchi" userId="7ab6c9c88ca9f8fa" providerId="LiveId" clId="{A6F63C33-B3C5-434A-BE4D-42238D658A96}" dt="2026-05-13T12:09:10.213" v="13579" actId="20577"/>
          <ac:spMkLst>
            <pc:docMk/>
            <pc:sldMk cId="2181950911" sldId="279"/>
            <ac:spMk id="7" creationId="{DA207E27-837E-DA7B-1D73-54769D7512E4}"/>
          </ac:spMkLst>
        </pc:spChg>
        <pc:spChg chg="mod">
          <ac:chgData name="Filippo Bianchi" userId="7ab6c9c88ca9f8fa" providerId="LiveId" clId="{A6F63C33-B3C5-434A-BE4D-42238D658A96}" dt="2026-05-05T17:35:14.883" v="10991" actId="20577"/>
          <ac:spMkLst>
            <pc:docMk/>
            <pc:sldMk cId="2181950911" sldId="279"/>
            <ac:spMk id="9" creationId="{273D043B-A5EC-20E5-00C1-B0A0A429AB17}"/>
          </ac:spMkLst>
        </pc:spChg>
      </pc:sldChg>
      <pc:sldChg chg="modSp add del mod">
        <pc:chgData name="Filippo Bianchi" userId="7ab6c9c88ca9f8fa" providerId="LiveId" clId="{A6F63C33-B3C5-434A-BE4D-42238D658A96}" dt="2026-05-13T12:16:01.470" v="14804" actId="2696"/>
        <pc:sldMkLst>
          <pc:docMk/>
          <pc:sldMk cId="2182501413" sldId="281"/>
        </pc:sldMkLst>
      </pc:sldChg>
      <pc:sldChg chg="modSp add del mod">
        <pc:chgData name="Filippo Bianchi" userId="7ab6c9c88ca9f8fa" providerId="LiveId" clId="{A6F63C33-B3C5-434A-BE4D-42238D658A96}" dt="2026-05-13T12:16:03.689" v="14805" actId="2696"/>
        <pc:sldMkLst>
          <pc:docMk/>
          <pc:sldMk cId="247524872" sldId="282"/>
        </pc:sldMkLst>
      </pc:sldChg>
      <pc:sldChg chg="modSp add mod">
        <pc:chgData name="Filippo Bianchi" userId="7ab6c9c88ca9f8fa" providerId="LiveId" clId="{A6F63C33-B3C5-434A-BE4D-42238D658A96}" dt="2026-05-13T16:05:59.112" v="15114" actId="20577"/>
        <pc:sldMkLst>
          <pc:docMk/>
          <pc:sldMk cId="2347293263" sldId="283"/>
        </pc:sldMkLst>
        <pc:spChg chg="mod">
          <ac:chgData name="Filippo Bianchi" userId="7ab6c9c88ca9f8fa" providerId="LiveId" clId="{A6F63C33-B3C5-434A-BE4D-42238D658A96}" dt="2026-05-13T16:05:59.112" v="15114" actId="20577"/>
          <ac:spMkLst>
            <pc:docMk/>
            <pc:sldMk cId="2347293263" sldId="283"/>
            <ac:spMk id="6" creationId="{2CB87CBD-FC60-F69F-5B43-5C2ACCCE7CF9}"/>
          </ac:spMkLst>
        </pc:spChg>
        <pc:spChg chg="mod">
          <ac:chgData name="Filippo Bianchi" userId="7ab6c9c88ca9f8fa" providerId="LiveId" clId="{A6F63C33-B3C5-434A-BE4D-42238D658A96}" dt="2026-05-13T12:16:07.329" v="14807" actId="20577"/>
          <ac:spMkLst>
            <pc:docMk/>
            <pc:sldMk cId="2347293263" sldId="283"/>
            <ac:spMk id="9" creationId="{080B5420-6ADB-8093-A16F-6AFA17B6C12A}"/>
          </ac:spMkLst>
        </pc:spChg>
      </pc:sldChg>
      <pc:sldChg chg="modSp add mod">
        <pc:chgData name="Filippo Bianchi" userId="7ab6c9c88ca9f8fa" providerId="LiveId" clId="{A6F63C33-B3C5-434A-BE4D-42238D658A96}" dt="2026-05-13T12:17:05.123" v="14987" actId="20577"/>
        <pc:sldMkLst>
          <pc:docMk/>
          <pc:sldMk cId="3215498217" sldId="284"/>
        </pc:sldMkLst>
        <pc:spChg chg="mod">
          <ac:chgData name="Filippo Bianchi" userId="7ab6c9c88ca9f8fa" providerId="LiveId" clId="{A6F63C33-B3C5-434A-BE4D-42238D658A96}" dt="2026-05-13T12:17:05.123" v="14987" actId="20577"/>
          <ac:spMkLst>
            <pc:docMk/>
            <pc:sldMk cId="3215498217" sldId="284"/>
            <ac:spMk id="6" creationId="{E6D3F3AA-8520-89AD-AD46-3AFAC41D54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13/05/2026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13/05/2026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13/05/2026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13/05/2026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13/05/2026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13/05/2026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9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/05/2026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Carrello E-commerce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le seguenti classi e interfacce  in Java, facendo attenzione a impostare correttamente la visibilità di attributi e metodi e valutando quali eccezioni lanciare: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Articolo Vendibile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Prodotto Fisico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Prodotto Virtuale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Ordine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Carrello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3E5F-A709-0E98-5647-3A26284B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6478AA-8BC1-0252-24EA-812FBDB7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BB70CE6-545A-1940-0870-B245BC20F657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Interfaccia Articolo Vendibile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019A0D-2156-85FF-34F1-87BC92BE273D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A010A8A6-70A6-0ED7-9EB6-F1E6733F4F9E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28332B7-6A72-EDC9-54B7-B36FF200D35C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L’interfaccia Articolo Vendibile deve avere i seguenti metodi: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getCodiceArticolo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String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getNomeArticolo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Double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getPrezzoUnitario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4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6633-7B7A-8D53-FDC6-3F199029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E48706-C791-DDB2-CDA4-F36F5325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191B5B1-29CB-EC42-4C82-D8129BBBBE9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Prodotto Fisico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A7B0D2-0328-8BDD-10BB-27E44582A1E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1108FF2-5FAE-8912-E1D1-EA6C16889C34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6977D09-35CE-5DAA-2F07-590ADD111FD4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ProdottoFisico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deve implementare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ArticoloVendibile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Nome, Codice, Prezzo unitario, peso 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4 parametri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prodotti sono uguali se hanno lo stesso codice identificativo)</a:t>
            </a:r>
          </a:p>
        </p:txBody>
      </p:sp>
    </p:spTree>
    <p:extLst>
      <p:ext uri="{BB962C8B-B14F-4D97-AF65-F5344CB8AC3E}">
        <p14:creationId xmlns:p14="http://schemas.microsoft.com/office/powerpoint/2010/main" val="176353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955C-06DC-797E-5886-1ABDF938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F07DC5-6DDB-2EDB-9508-EBC63E59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C9E1BBE-906A-576C-45A8-B198A0A5EC72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Prodotto Virtuale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664086-C684-55A2-A262-565E95FE6058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435C3855-3C69-9AEB-5EA3-75724FC512B6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1F1AA50-DBF2-7308-C7E0-DE661A26F8F6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Prodotto Virtuale deve implementare Articolo Vendibile 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Nome, Codice, Prezzo unitario, Codice riscattabile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4 parametri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prodotti sono uguali se hanno lo stesso codice identificativo)</a:t>
            </a:r>
          </a:p>
        </p:txBody>
      </p:sp>
    </p:spTree>
    <p:extLst>
      <p:ext uri="{BB962C8B-B14F-4D97-AF65-F5344CB8AC3E}">
        <p14:creationId xmlns:p14="http://schemas.microsoft.com/office/powerpoint/2010/main" val="128053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0CB7-3860-7422-57DC-997355D5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AD1810-7AE4-C9A0-4D42-39652BD1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6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33475F2-AA87-A480-E7F2-C892CB727755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11893E0-B83E-0BB9-6FBE-212E355CE121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EC7338B-4867-BE91-4701-50D0D37AE16F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68F3A53-91EA-565E-A181-4451E51FF30A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articoloAcquistato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ArticoloVendibile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), quantità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2 parametri (lancia eccezione se quantità &lt;0)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calcolaSubtotale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 che ritorna il prezzo per la quantità presente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aggiungiQuantita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), lancia eccezione se quantità &lt; 0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sono uguali se hanno lo stesso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articoloAcquistato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29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DB49-514B-A85C-D46E-F5CF1428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004B04-61D6-B51B-C6E1-5681EE6E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7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DA207E27-837E-DA7B-1D73-54769D7512E4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Carrello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3303E69-E20A-068C-2252-7474858A6736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73D043B-A5EC-20E5-00C1-B0A0A429AB17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637E8D33-F45A-2C26-6192-DC2D59C08736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Carrello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Array dinamico di tipo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vuoto 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calcolaTotale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 che ritorna il costo totale di tutte le righe del carrello, considerando la quantità degli oggetti in ogni riga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aggiungiArticolo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ArticoloVendibile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quantita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 che aggiunge una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. Se è già presente una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RigaOrdine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contente quell’articolo, ne incrementa la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quanità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5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C3E3-ADA0-7D92-D8A2-4C740D7FE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D823FF7-B20B-6FA4-6A15-9C597EFE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8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2CDCA3F6-F608-CA09-35C1-67476AEF55C6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Carrello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261E3AD-A818-908D-2636-90EDAD4E4544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080B5420-6ADB-8093-A16F-6AFA17B6C12A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2CB87CBD-FC60-F69F-5B43-5C2ACCCE7CF9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Carrello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rimuoviArticolo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CodiceArticolo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 che rimuove la riga ordine contenente l’articolo passato come parametro, se non presente lancia un’eccezione.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modificaQuantita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CodiceArticolo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, quantità) che modifica la quantità della riga relativa all’articolo passato come parametro. Se le riga </a:t>
            </a:r>
            <a:r>
              <a:rPr lang="it-IT">
                <a:latin typeface="Cambria" panose="02040503050406030204" pitchFamily="18" charset="0"/>
                <a:ea typeface="Cambria" panose="02040503050406030204" pitchFamily="18" charset="0"/>
              </a:rPr>
              <a:t>non esite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lancia un’eccezione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Carrelli sono uguali se si hanno le stesse righe ordini, anche in ordine differente)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9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98A4-01E1-8247-8B33-F052F9D7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C7BDC1B-CBA3-0AF5-B927-F0D31FC5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9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B6567B34-BD52-FDF2-A553-CDD9AA8CF6B1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Carrello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36A144A-90EC-C2D2-BD6C-99779E4C422A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182240C9-CAF2-2B35-E7FE-5BCE2DF9AD9F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6D3F3AA-8520-89AD-AD46-3AFAC41D544B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Carrello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getProdottiFisici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 che ritorna un array 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ArticoloVendibile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contenente solo 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ProdottiFisici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presenti nel carrello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getProdottiVirtuali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 che ritorna un array 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ArticoloVendibile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contenente solo 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ProdottiVirtuali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presenti nel carrello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498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2508</TotalTime>
  <Words>484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Tema di Office</vt:lpstr>
      <vt:lpstr>Esercitazione 9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2026-05-13T16:06:08Z</dcterms:modified>
</cp:coreProperties>
</file>