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5" r:id="rId2"/>
    <p:sldId id="274" r:id="rId3"/>
    <p:sldId id="275" r:id="rId4"/>
    <p:sldId id="276" r:id="rId5"/>
    <p:sldId id="277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EB8"/>
    <a:srgbClr val="1B69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lippo Bianchi" userId="7ab6c9c88ca9f8fa" providerId="LiveId" clId="{A6F63C33-B3C5-434A-BE4D-42238D658A96}"/>
    <pc:docChg chg="undo custSel addSld delSld modSld sldOrd">
      <pc:chgData name="Filippo Bianchi" userId="7ab6c9c88ca9f8fa" providerId="LiveId" clId="{A6F63C33-B3C5-434A-BE4D-42238D658A96}" dt="2026-03-18T17:38:47.578" v="6984" actId="20577"/>
      <pc:docMkLst>
        <pc:docMk/>
      </pc:docMkLst>
      <pc:sldChg chg="modSp mod">
        <pc:chgData name="Filippo Bianchi" userId="7ab6c9c88ca9f8fa" providerId="LiveId" clId="{A6F63C33-B3C5-434A-BE4D-42238D658A96}" dt="2026-03-17T09:41:06.487" v="6373" actId="20577"/>
        <pc:sldMkLst>
          <pc:docMk/>
          <pc:sldMk cId="352072517" sldId="265"/>
        </pc:sldMkLst>
        <pc:spChg chg="mod">
          <ac:chgData name="Filippo Bianchi" userId="7ab6c9c88ca9f8fa" providerId="LiveId" clId="{A6F63C33-B3C5-434A-BE4D-42238D658A96}" dt="2026-03-17T09:40:58.851" v="6369" actId="20577"/>
          <ac:spMkLst>
            <pc:docMk/>
            <pc:sldMk cId="352072517" sldId="265"/>
            <ac:spMk id="2" creationId="{AE67D6F4-8D50-FDE2-D5D9-E30C3D721F66}"/>
          </ac:spMkLst>
        </pc:spChg>
        <pc:spChg chg="mod">
          <ac:chgData name="Filippo Bianchi" userId="7ab6c9c88ca9f8fa" providerId="LiveId" clId="{A6F63C33-B3C5-434A-BE4D-42238D658A96}" dt="2026-03-17T09:41:06.487" v="6373" actId="20577"/>
          <ac:spMkLst>
            <pc:docMk/>
            <pc:sldMk cId="352072517" sldId="265"/>
            <ac:spMk id="3" creationId="{1EFAD03A-77BD-417C-815E-BCB510EC07C6}"/>
          </ac:spMkLst>
        </pc:spChg>
        <pc:spChg chg="mod">
          <ac:chgData name="Filippo Bianchi" userId="7ab6c9c88ca9f8fa" providerId="LiveId" clId="{A6F63C33-B3C5-434A-BE4D-42238D658A96}" dt="2026-03-02T15:00:00.030" v="3890" actId="1076"/>
          <ac:spMkLst>
            <pc:docMk/>
            <pc:sldMk cId="352072517" sldId="265"/>
            <ac:spMk id="11" creationId="{4B31FC37-8140-33C8-F465-A55BF522B36D}"/>
          </ac:spMkLst>
        </pc:spChg>
      </pc:sldChg>
      <pc:sldChg chg="addSp delSp modSp mod">
        <pc:chgData name="Filippo Bianchi" userId="7ab6c9c88ca9f8fa" providerId="LiveId" clId="{A6F63C33-B3C5-434A-BE4D-42238D658A96}" dt="2026-03-11T14:57:18.631" v="6101" actId="20577"/>
        <pc:sldMkLst>
          <pc:docMk/>
          <pc:sldMk cId="298742107" sldId="274"/>
        </pc:sldMkLst>
        <pc:spChg chg="add mod">
          <ac:chgData name="Filippo Bianchi" userId="7ab6c9c88ca9f8fa" providerId="LiveId" clId="{A6F63C33-B3C5-434A-BE4D-42238D658A96}" dt="2026-03-11T14:57:18.631" v="6101" actId="20577"/>
          <ac:spMkLst>
            <pc:docMk/>
            <pc:sldMk cId="298742107" sldId="274"/>
            <ac:spMk id="6" creationId="{45C0FC04-AE1C-1155-A7C1-B499DB1F25E9}"/>
          </ac:spMkLst>
        </pc:spChg>
        <pc:spChg chg="mod">
          <ac:chgData name="Filippo Bianchi" userId="7ab6c9c88ca9f8fa" providerId="LiveId" clId="{A6F63C33-B3C5-434A-BE4D-42238D658A96}" dt="2026-03-11T14:54:34.467" v="5872" actId="20577"/>
          <ac:spMkLst>
            <pc:docMk/>
            <pc:sldMk cId="298742107" sldId="274"/>
            <ac:spMk id="7" creationId="{FA47230B-4C77-AF0A-3762-13DA73539A5E}"/>
          </ac:spMkLst>
        </pc:spChg>
      </pc:sldChg>
      <pc:sldChg chg="modSp add mod">
        <pc:chgData name="Filippo Bianchi" userId="7ab6c9c88ca9f8fa" providerId="LiveId" clId="{A6F63C33-B3C5-434A-BE4D-42238D658A96}" dt="2026-03-11T14:58:37.712" v="6367" actId="20577"/>
        <pc:sldMkLst>
          <pc:docMk/>
          <pc:sldMk cId="2359212216" sldId="275"/>
        </pc:sldMkLst>
        <pc:spChg chg="mod">
          <ac:chgData name="Filippo Bianchi" userId="7ab6c9c88ca9f8fa" providerId="LiveId" clId="{A6F63C33-B3C5-434A-BE4D-42238D658A96}" dt="2026-03-11T14:58:37.712" v="6367" actId="20577"/>
          <ac:spMkLst>
            <pc:docMk/>
            <pc:sldMk cId="2359212216" sldId="275"/>
            <ac:spMk id="6" creationId="{16367852-3571-1039-68B3-6DC895615B7E}"/>
          </ac:spMkLst>
        </pc:spChg>
        <pc:spChg chg="mod">
          <ac:chgData name="Filippo Bianchi" userId="7ab6c9c88ca9f8fa" providerId="LiveId" clId="{A6F63C33-B3C5-434A-BE4D-42238D658A96}" dt="2026-03-11T14:57:35.233" v="6116" actId="20577"/>
          <ac:spMkLst>
            <pc:docMk/>
            <pc:sldMk cId="2359212216" sldId="275"/>
            <ac:spMk id="7" creationId="{99CA3E8E-2F88-E71E-5C26-878E372B4DC1}"/>
          </ac:spMkLst>
        </pc:spChg>
        <pc:spChg chg="mod">
          <ac:chgData name="Filippo Bianchi" userId="7ab6c9c88ca9f8fa" providerId="LiveId" clId="{A6F63C33-B3C5-434A-BE4D-42238D658A96}" dt="2026-03-11T14:57:39.417" v="6118" actId="20577"/>
          <ac:spMkLst>
            <pc:docMk/>
            <pc:sldMk cId="2359212216" sldId="275"/>
            <ac:spMk id="9" creationId="{774F50AE-E36D-F2FD-5685-D8D6B4200C90}"/>
          </ac:spMkLst>
        </pc:spChg>
      </pc:sldChg>
      <pc:sldChg chg="modSp add mod">
        <pc:chgData name="Filippo Bianchi" userId="7ab6c9c88ca9f8fa" providerId="LiveId" clId="{A6F63C33-B3C5-434A-BE4D-42238D658A96}" dt="2026-03-18T17:09:03.176" v="6834" actId="20577"/>
        <pc:sldMkLst>
          <pc:docMk/>
          <pc:sldMk cId="258571424" sldId="276"/>
        </pc:sldMkLst>
        <pc:spChg chg="mod">
          <ac:chgData name="Filippo Bianchi" userId="7ab6c9c88ca9f8fa" providerId="LiveId" clId="{A6F63C33-B3C5-434A-BE4D-42238D658A96}" dt="2026-03-18T17:09:03.176" v="6834" actId="20577"/>
          <ac:spMkLst>
            <pc:docMk/>
            <pc:sldMk cId="258571424" sldId="276"/>
            <ac:spMk id="6" creationId="{2F71CCD3-E954-86B8-CA77-2783D5FA1BAD}"/>
          </ac:spMkLst>
        </pc:spChg>
        <pc:spChg chg="mod">
          <ac:chgData name="Filippo Bianchi" userId="7ab6c9c88ca9f8fa" providerId="LiveId" clId="{A6F63C33-B3C5-434A-BE4D-42238D658A96}" dt="2026-03-17T09:46:25.001" v="6412" actId="20577"/>
          <ac:spMkLst>
            <pc:docMk/>
            <pc:sldMk cId="258571424" sldId="276"/>
            <ac:spMk id="7" creationId="{8E9F25B0-49C7-345D-A5E3-BE5F94491B6D}"/>
          </ac:spMkLst>
        </pc:spChg>
      </pc:sldChg>
      <pc:sldChg chg="modSp add del mod">
        <pc:chgData name="Filippo Bianchi" userId="7ab6c9c88ca9f8fa" providerId="LiveId" clId="{A6F63C33-B3C5-434A-BE4D-42238D658A96}" dt="2026-03-18T17:16:08.997" v="6872" actId="2696"/>
        <pc:sldMkLst>
          <pc:docMk/>
          <pc:sldMk cId="196871849" sldId="277"/>
        </pc:sldMkLst>
        <pc:spChg chg="mod">
          <ac:chgData name="Filippo Bianchi" userId="7ab6c9c88ca9f8fa" providerId="LiveId" clId="{A6F63C33-B3C5-434A-BE4D-42238D658A96}" dt="2026-03-18T17:15:47.165" v="6871" actId="20577"/>
          <ac:spMkLst>
            <pc:docMk/>
            <pc:sldMk cId="196871849" sldId="277"/>
            <ac:spMk id="6" creationId="{93A8FD7A-930F-6ABB-79E4-06CF53731763}"/>
          </ac:spMkLst>
        </pc:spChg>
      </pc:sldChg>
      <pc:sldChg chg="modSp add mod">
        <pc:chgData name="Filippo Bianchi" userId="7ab6c9c88ca9f8fa" providerId="LiveId" clId="{A6F63C33-B3C5-434A-BE4D-42238D658A96}" dt="2026-03-18T17:38:47.578" v="6984" actId="20577"/>
        <pc:sldMkLst>
          <pc:docMk/>
          <pc:sldMk cId="1757606330" sldId="277"/>
        </pc:sldMkLst>
        <pc:spChg chg="mod">
          <ac:chgData name="Filippo Bianchi" userId="7ab6c9c88ca9f8fa" providerId="LiveId" clId="{A6F63C33-B3C5-434A-BE4D-42238D658A96}" dt="2026-03-18T17:38:47.578" v="6984" actId="20577"/>
          <ac:spMkLst>
            <pc:docMk/>
            <pc:sldMk cId="1757606330" sldId="277"/>
            <ac:spMk id="6" creationId="{960BE225-CF4F-0710-FBF5-1FA9B3F73ED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87FD94-0997-4C93-A6CE-A4FCB29B8830}" type="datetimeFigureOut">
              <a:rPr lang="it-IT" smtClean="0"/>
              <a:t>18/03/2026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3FDCBA-3389-4351-A9E9-990B8316E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1062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CBF432-8D0D-4BC5-D67F-9031ADC09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274B63D-B88D-2076-0EB1-BA24A39C7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6DF0C64-DA8E-D9A8-8FFA-F701321AA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53689-04E0-4C33-BFEA-E58E3C916FA8}" type="datetime1">
              <a:rPr lang="it-IT" smtClean="0"/>
              <a:t>18/03/2026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485D70F-FA08-9D4E-F1CD-095ECE2E9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77E4602-F9C2-80C3-F003-8C2603C5C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7131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DC3857-1D73-DFD3-C670-941F63079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B294B1-26B1-6E6E-EF11-DC647C319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B7149A5-DAA9-0DE6-F318-8B74FED3C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0A62-FF50-42B4-ABD4-66BDF0377124}" type="datetime1">
              <a:rPr lang="it-IT" smtClean="0"/>
              <a:t>18/03/2026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9F597EB-3247-DDCA-5AE7-5E900D5B0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4FAD33D-2C81-FCFB-FB94-98F32B9AD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8024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72BD82-AACC-6F61-0F56-23FEB7CE5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BBBB079-8175-29D8-A8D7-0D20444D3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999134F-359E-4A96-F452-61C03E53F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4BA82-4808-4936-8CB6-EF20EA68B75D}" type="datetime1">
              <a:rPr lang="it-IT" smtClean="0"/>
              <a:t>18/03/2026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3A5CEAB-79BE-6613-6600-76DF97A4D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E269BA5-69DF-F0AF-21BE-F6A851D46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127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FAAF04-ADC5-4BAF-9CD6-6C9C6FE3C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A0826F-70F3-B129-753C-CA9B8C8E95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563C0F3-35B4-5842-911F-A0C56BA10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F73CFE9-DCB4-0820-B2A1-8D079EDE0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77773-62F9-4EA2-B9DB-D166AA387877}" type="datetime1">
              <a:rPr lang="it-IT" smtClean="0"/>
              <a:t>18/03/2026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DF24CAC-CEC0-803B-2507-88458A31C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73B1132-7B72-BC44-08F0-994303883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0205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1D3D79-0350-5A0C-E53F-875030D90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7746A6E-CAA0-B4DC-1BFD-2D1DD4D1E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68028BF-DFDB-A2A3-91BC-A74ECE83C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20DE10E-A394-839A-BF99-DE7F5AAA89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8BEEF79-02F9-BCF5-B2DD-41FB93DF17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E358408-8CF3-F071-8F82-DAEA6DC77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202F-617E-4E96-8B77-B1CAF6769140}" type="datetime1">
              <a:rPr lang="it-IT" smtClean="0"/>
              <a:t>18/03/2026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72D4300-0AAB-1C1E-9867-907DED491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E2F267D-5FCE-5B6D-CFA2-C7768D067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967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DF20A4-8F0D-24A0-5E4C-E9086DC17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B92559F-BA0A-6B54-A51B-EE378E88D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FFC50-70EB-4FBA-B8C6-7E8EB646E9C4}" type="datetime1">
              <a:rPr lang="it-IT" smtClean="0"/>
              <a:t>18/03/2026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AFAFD83-5F2F-09E6-5B6C-10BD6B2E9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4E7B290-6556-72EC-51E0-C2F9A37E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9934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A0A34A4A-EE4C-14A2-54F0-6688F8AFB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771AD-94E2-4929-BF21-F8B592FAD9D9}" type="datetime1">
              <a:rPr lang="it-IT" smtClean="0"/>
              <a:t>18/03/2026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A618F2B-2F01-5C15-5256-7DE54B9E5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059B575-594E-D512-3774-58631D0F7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2852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9C4AC0-A73B-9510-F4B6-AE6C74810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54E692-69E6-FD34-B594-270A38E43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5DFD80A-C361-D24F-82CA-92D3FC8F9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90350F5-717C-6730-A098-4E2D58AB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E6745-80CD-4BCD-A988-4DD72207293A}" type="datetime1">
              <a:rPr lang="it-IT" smtClean="0"/>
              <a:t>18/03/2026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64A0A57-7FFF-B4C2-AB06-4A76E3B0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CCFF64-E772-0C6A-E32D-4542147AF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9368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C49A63-F0A0-83CC-7E68-A3BD50D0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A329495-8897-2136-E3BC-5DF0FB1746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093318C-1661-8150-5F13-EC47F6654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44E751B-0198-6F56-7DD0-5940EEDFA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7F64A-0508-4C12-BEEE-45E8F03CD325}" type="datetime1">
              <a:rPr lang="it-IT" smtClean="0"/>
              <a:t>18/03/2026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B44081C-5FE8-2D5C-875E-E206186EB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BC94AE9-6CFA-FB25-6958-AF70B038E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8747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13708E-F041-79F0-6D9A-BB5C37981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368F925-1F2C-8F91-625C-D3ECBF011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A222615-A4D5-3EF8-EE1A-D5158166A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1921-5445-4359-8CB1-FB6456A8095F}" type="datetime1">
              <a:rPr lang="it-IT" smtClean="0"/>
              <a:t>18/03/2026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1817F5F-E811-ADC0-92E4-4C0A3B093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20043E5-CB57-3315-9CCE-DB45BE217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9858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35B12BF-0003-9E4A-2DB0-60EBE58817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3AD14D7-7711-EDD6-C498-0E6213854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48CA15C-C933-5953-0DDD-FD27193B2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E373F-D2F5-45D1-81D5-E3F87BBD24F1}" type="datetime1">
              <a:rPr lang="it-IT" smtClean="0"/>
              <a:t>18/03/2026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461603F-A252-B9FF-5018-2538081D7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C66B1B7-2C3C-4A43-A950-A99DF6B13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3118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808FE39-472C-923A-04F7-FF532131E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315D358-2E47-591A-B319-7B5A5EE78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EA33465-3C45-2520-FE5F-DA7FEF6B98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927F83-19ED-45B1-8786-F31B2BFCCE8E}" type="datetime1">
              <a:rPr lang="it-IT" smtClean="0"/>
              <a:t>18/03/2026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B834576-1CB6-C27E-C7FF-0CC8A01EE6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855CE6F-73DC-7700-6557-388B44ADA4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5873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67D6F4-8D50-FDE2-D5D9-E30C3D721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6403" y="3835431"/>
            <a:ext cx="8659183" cy="717699"/>
          </a:xfrm>
        </p:spPr>
        <p:txBody>
          <a:bodyPr>
            <a:normAutofit/>
          </a:bodyPr>
          <a:lstStyle/>
          <a:p>
            <a:r>
              <a:rPr lang="it-IT" sz="4000" b="1" noProof="0" dirty="0">
                <a:solidFill>
                  <a:srgbClr val="005E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Esercitazione 3</a:t>
            </a:r>
          </a:p>
        </p:txBody>
      </p:sp>
      <p:pic>
        <p:nvPicPr>
          <p:cNvPr id="7" name="Immagine 6" descr="Immagine che contiene testo, Carattere, Elementi grafici, logo&#10;&#10;Descrizione generata automaticamente">
            <a:extLst>
              <a:ext uri="{FF2B5EF4-FFF2-40B4-BE49-F238E27FC236}">
                <a16:creationId xmlns:a16="http://schemas.microsoft.com/office/drawing/2014/main" id="{D500C345-7681-8B88-2B1B-ED478614A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288" y="165684"/>
            <a:ext cx="2549424" cy="2308972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3098A740-1111-5389-D9B0-13CDAFA90FE5}"/>
              </a:ext>
            </a:extLst>
          </p:cNvPr>
          <p:cNvSpPr txBox="1"/>
          <p:nvPr/>
        </p:nvSpPr>
        <p:spPr>
          <a:xfrm>
            <a:off x="601418" y="5804953"/>
            <a:ext cx="2910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Filippo Bianchi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A5603A3-FC54-AFB5-A9F2-F648FCE8B759}"/>
              </a:ext>
            </a:extLst>
          </p:cNvPr>
          <p:cNvSpPr txBox="1"/>
          <p:nvPr/>
        </p:nvSpPr>
        <p:spPr>
          <a:xfrm>
            <a:off x="2734245" y="2677645"/>
            <a:ext cx="672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noProof="0" dirty="0">
                <a:solidFill>
                  <a:srgbClr val="005E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Dipartimento di Scienze Matematiche, Fisiche ed </a:t>
            </a:r>
            <a:r>
              <a:rPr lang="it-IT" b="1" noProof="0" dirty="0">
                <a:solidFill>
                  <a:srgbClr val="1B69B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Informatiche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B31FC37-8140-33C8-F465-A55BF522B36D}"/>
              </a:ext>
            </a:extLst>
          </p:cNvPr>
          <p:cNvSpPr txBox="1"/>
          <p:nvPr/>
        </p:nvSpPr>
        <p:spPr>
          <a:xfrm>
            <a:off x="3677047" y="5804953"/>
            <a:ext cx="4837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Tutorato Fondamenti di Programmazione B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DC764BFC-E931-6C90-DE91-09A933180263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EFAD03A-77BD-417C-815E-BCB510EC07C6}"/>
              </a:ext>
            </a:extLst>
          </p:cNvPr>
          <p:cNvSpPr txBox="1"/>
          <p:nvPr/>
        </p:nvSpPr>
        <p:spPr>
          <a:xfrm>
            <a:off x="10030782" y="5809501"/>
            <a:ext cx="155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u="sng" dirty="0">
                <a:latin typeface="Cambria" panose="02040503050406030204" pitchFamily="18" charset="0"/>
                <a:ea typeface="Cambria" panose="02040503050406030204" pitchFamily="18" charset="0"/>
              </a:rPr>
              <a:t>18</a:t>
            </a:r>
            <a:r>
              <a:rPr lang="it-IT" b="1" u="sng" noProof="0" dirty="0">
                <a:latin typeface="Cambria" panose="02040503050406030204" pitchFamily="18" charset="0"/>
                <a:ea typeface="Cambria" panose="02040503050406030204" pitchFamily="18" charset="0"/>
              </a:rPr>
              <a:t>/03/2026</a:t>
            </a:r>
          </a:p>
        </p:txBody>
      </p:sp>
    </p:spTree>
    <p:extLst>
      <p:ext uri="{BB962C8B-B14F-4D97-AF65-F5344CB8AC3E}">
        <p14:creationId xmlns:p14="http://schemas.microsoft.com/office/powerpoint/2010/main" val="352072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AD6CACD-8562-2097-A10C-8F47BF14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2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FA47230B-4C77-AF0A-3762-13DA73539A5E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Estensione di </a:t>
            </a:r>
            <a:r>
              <a:rPr lang="it-IT" b="1" noProof="0" dirty="0" err="1">
                <a:latin typeface="Cambria" panose="02040503050406030204" pitchFamily="18" charset="0"/>
                <a:ea typeface="Cambria" panose="02040503050406030204" pitchFamily="18" charset="0"/>
              </a:rPr>
              <a:t>StringSet</a:t>
            </a:r>
            <a:endParaRPr lang="it-IT" b="1" noProof="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8FA9913-C692-90FB-D410-386E136593B5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D976A358-75A4-F888-28AB-D141D43350F9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45C0FC04-AE1C-1155-A7C1-B499DB1F25E9}"/>
              </a:ext>
            </a:extLst>
          </p:cNvPr>
          <p:cNvSpPr txBox="1">
            <a:spLocks/>
          </p:cNvSpPr>
          <p:nvPr/>
        </p:nvSpPr>
        <p:spPr>
          <a:xfrm>
            <a:off x="838200" y="1890115"/>
            <a:ext cx="10515600" cy="3547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Estendere il codice di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StringSet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visto a lezione con i seguenti: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Distruttore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Costruttore di Copia</a:t>
            </a:r>
          </a:p>
          <a:p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Overload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di operatore di assegnamento</a:t>
            </a:r>
          </a:p>
        </p:txBody>
      </p:sp>
    </p:spTree>
    <p:extLst>
      <p:ext uri="{BB962C8B-B14F-4D97-AF65-F5344CB8AC3E}">
        <p14:creationId xmlns:p14="http://schemas.microsoft.com/office/powerpoint/2010/main" val="298742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F5482-8C9A-68E3-D77C-DF52B8FED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B7902C4-DF64-A105-860A-D72F58133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3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99CA3E8E-2F88-E71E-5C26-878E372B4DC1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Estensione di </a:t>
            </a:r>
            <a:r>
              <a:rPr lang="it-IT" b="1" dirty="0" err="1">
                <a:latin typeface="Cambria" panose="02040503050406030204" pitchFamily="18" charset="0"/>
                <a:ea typeface="Cambria" panose="02040503050406030204" pitchFamily="18" charset="0"/>
              </a:rPr>
              <a:t>stack</a:t>
            </a:r>
            <a:endParaRPr lang="it-IT" b="1" noProof="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DDE3A707-9B44-B992-B8FF-A10A9AE7522D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774F50AE-E36D-F2FD-5685-D8D6B4200C90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endParaRPr lang="it-IT" sz="1800" b="1" noProof="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16367852-3571-1039-68B3-6DC895615B7E}"/>
              </a:ext>
            </a:extLst>
          </p:cNvPr>
          <p:cNvSpPr txBox="1">
            <a:spLocks/>
          </p:cNvSpPr>
          <p:nvPr/>
        </p:nvSpPr>
        <p:spPr>
          <a:xfrm>
            <a:off x="838200" y="1890115"/>
            <a:ext cx="10515600" cy="3547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Estendere il codice di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stack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visto a lezione con i seguenti: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Operatore ==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Operatore !=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Operatore &lt; (ritorna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true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se il primo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stack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è sottoinsieme del secondo)</a:t>
            </a:r>
          </a:p>
        </p:txBody>
      </p:sp>
    </p:spTree>
    <p:extLst>
      <p:ext uri="{BB962C8B-B14F-4D97-AF65-F5344CB8AC3E}">
        <p14:creationId xmlns:p14="http://schemas.microsoft.com/office/powerpoint/2010/main" val="2359212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83ED4-08D0-FB3B-5060-7EF5A7708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76F5795-E452-1E23-4C5F-62E103D4F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4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8E9F25B0-49C7-345D-A5E3-BE5F94491B6D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Classe </a:t>
            </a:r>
            <a:r>
              <a:rPr lang="it-IT" b="1" noProof="0" dirty="0" err="1">
                <a:latin typeface="Cambria" panose="02040503050406030204" pitchFamily="18" charset="0"/>
                <a:ea typeface="Cambria" panose="02040503050406030204" pitchFamily="18" charset="0"/>
              </a:rPr>
              <a:t>Templatica</a:t>
            </a:r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 Queue&lt;T&gt;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4216A80-5307-032D-E270-488EE85F137F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E62D47A2-14FD-3801-A5FD-17F2B91C519F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endParaRPr lang="it-IT" sz="1800" b="1" noProof="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2F71CCD3-E954-86B8-CA77-2783D5FA1BAD}"/>
              </a:ext>
            </a:extLst>
          </p:cNvPr>
          <p:cNvSpPr txBox="1">
            <a:spLocks/>
          </p:cNvSpPr>
          <p:nvPr/>
        </p:nvSpPr>
        <p:spPr>
          <a:xfrm>
            <a:off x="838200" y="1890115"/>
            <a:ext cx="10515600" cy="40565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La classe deve implementare una Queue (FIFO), in particolare sono richiesti: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Memorizza gli elementi in un array dinamico di tipo T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Aggiunta e rimozione elementi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Espansione dinamica della coda se la capacità massima viene raggiunta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Regola del tre (distruttore, costruttore di copia e operatore di assegnamento)</a:t>
            </a:r>
            <a:b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71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B7D33-B7A0-4FCC-FB9E-5EFFCE96D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5C73F01-06D7-1D12-5F23-00EDA4897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5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C142E09C-EE86-C74E-36C4-868813D6BD1A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Classe </a:t>
            </a:r>
            <a:r>
              <a:rPr lang="it-IT" b="1" noProof="0" dirty="0" err="1">
                <a:latin typeface="Cambria" panose="02040503050406030204" pitchFamily="18" charset="0"/>
                <a:ea typeface="Cambria" panose="02040503050406030204" pitchFamily="18" charset="0"/>
              </a:rPr>
              <a:t>Templatica</a:t>
            </a:r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 Queue&lt;T&gt;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D9605B6F-3F30-134A-7DDF-20B42322536A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5B0FC479-2AFE-727B-7F6B-86BB52BC982E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endParaRPr lang="it-IT" sz="1800" b="1" noProof="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960BE225-CF4F-0710-FBF5-1FA9B3F73EDF}"/>
              </a:ext>
            </a:extLst>
          </p:cNvPr>
          <p:cNvSpPr txBox="1">
            <a:spLocks/>
          </p:cNvSpPr>
          <p:nvPr/>
        </p:nvSpPr>
        <p:spPr>
          <a:xfrm>
            <a:off x="838200" y="1890115"/>
            <a:ext cx="10515600" cy="40565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Implementare anche:</a:t>
            </a:r>
            <a:b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Overload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dell’operator&lt;&lt;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Altri metodi opportuni</a:t>
            </a:r>
          </a:p>
        </p:txBody>
      </p:sp>
    </p:spTree>
    <p:extLst>
      <p:ext uri="{BB962C8B-B14F-4D97-AF65-F5344CB8AC3E}">
        <p14:creationId xmlns:p14="http://schemas.microsoft.com/office/powerpoint/2010/main" val="17576063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1889</TotalTime>
  <Words>158</Words>
  <Application>Microsoft Office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</vt:lpstr>
      <vt:lpstr>Tema di Office</vt:lpstr>
      <vt:lpstr>Esercitazione 3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Filippo Bianchi</dc:creator>
  <cp:lastModifiedBy>Filippo Bianchi</cp:lastModifiedBy>
  <cp:revision>3</cp:revision>
  <dcterms:created xsi:type="dcterms:W3CDTF">2024-10-09T14:20:22Z</dcterms:created>
  <dcterms:modified xsi:type="dcterms:W3CDTF">2026-03-18T17:38:55Z</dcterms:modified>
</cp:coreProperties>
</file>